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7"/>
  </p:notesMasterIdLst>
  <p:sldIdLst>
    <p:sldId id="256" r:id="rId2"/>
    <p:sldId id="266" r:id="rId3"/>
    <p:sldId id="267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78" r:id="rId15"/>
    <p:sldId id="279" r:id="rId16"/>
    <p:sldId id="280" r:id="rId17"/>
    <p:sldId id="281" r:id="rId18"/>
    <p:sldId id="282" r:id="rId19"/>
    <p:sldId id="283" r:id="rId20"/>
    <p:sldId id="284" r:id="rId21"/>
    <p:sldId id="286" r:id="rId22"/>
    <p:sldId id="287" r:id="rId23"/>
    <p:sldId id="288" r:id="rId24"/>
    <p:sldId id="289" r:id="rId25"/>
    <p:sldId id="290" r:id="rId26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63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9" name="Shape 16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ria e Dat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Autoria e Data</a:t>
            </a:r>
          </a:p>
        </p:txBody>
      </p:sp>
      <p:sp>
        <p:nvSpPr>
          <p:cNvPr id="12" name="Título da Apresentação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Título da Apresentação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Subtítulo da Apresentação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e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bacates e limões"/>
          <p:cNvSpPr>
            <a:spLocks noGrp="1"/>
          </p:cNvSpPr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Título da Apresentação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Título da Apresentação</a:t>
            </a:r>
          </a:p>
        </p:txBody>
      </p:sp>
      <p:sp>
        <p:nvSpPr>
          <p:cNvPr id="23" name="Autoria e Data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Autoria e Data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Subtítulo da Apresentação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e Foto Alternati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gelas com bolinhos de salmão, salada e hummus"/>
          <p:cNvSpPr>
            <a:spLocks noGrp="1"/>
          </p:cNvSpPr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3" name="Título do Slide"/>
          <p:cNvSpPr txBox="1">
            <a:spLocks noGrp="1"/>
          </p:cNvSpPr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r>
              <a:t>Título do Slide</a:t>
            </a:r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Subtítulo do Slide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e Marcado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ítulo do Slid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Título do Slide</a:t>
            </a:r>
          </a:p>
        </p:txBody>
      </p:sp>
      <p:sp>
        <p:nvSpPr>
          <p:cNvPr id="43" name="Subtítulo do Slid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Subtítulo do Slide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com marcadores do slide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Marcado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r>
              <a:t>Texto com marcadores do slide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, Marcadores e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ubtítulo do Slid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Subtítulo do Slide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Texto com marcadores do slide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2" name="Tigela de massa pappardelle com creme de ervas, avelãs assadas e queijo parmesão ralado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3" name="Título do Slid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Título do Slide</a:t>
            </a:r>
          </a:p>
        </p:txBody>
      </p:sp>
      <p:sp>
        <p:nvSpPr>
          <p:cNvPr id="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, Marcadores e Vídeo Peque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ubtítulo do Slid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Subtítulo do Slide</a:t>
            </a:r>
          </a:p>
        </p:txBody>
      </p:sp>
      <p:sp>
        <p:nvSpPr>
          <p:cNvPr id="7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Texto com marcadores do slide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3" name="Título do Slid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Título do Slide</a:t>
            </a:r>
          </a:p>
        </p:txBody>
      </p:sp>
      <p:sp>
        <p:nvSpPr>
          <p:cNvPr id="7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, Marcadores e Vídeo Gr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ubtítulo do Slid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Subtítulo do Slide</a:t>
            </a:r>
          </a:p>
        </p:txBody>
      </p:sp>
      <p:sp>
        <p:nvSpPr>
          <p:cNvPr id="8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Texto com marcadores do slide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3" name="Título do Slid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Título do Slide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ítulo da Seção"/>
          <p:cNvSpPr txBox="1">
            <a:spLocks noGrp="1"/>
          </p:cNvSpPr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sz="11600" b="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Título da Seção</a:t>
            </a:r>
          </a:p>
        </p:txBody>
      </p:sp>
      <p:sp>
        <p:nvSpPr>
          <p:cNvPr id="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penas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ítulo do Slid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r>
              <a:t>Título do Slide</a:t>
            </a:r>
          </a:p>
        </p:txBody>
      </p:sp>
      <p:sp>
        <p:nvSpPr>
          <p:cNvPr id="100" name="Subtítulo do Slid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Subtítulo do Slide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ítulo da Agend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r>
              <a:t>Título da Agenda</a:t>
            </a:r>
          </a:p>
        </p:txBody>
      </p:sp>
      <p:sp>
        <p:nvSpPr>
          <p:cNvPr id="109" name="Subtítulo de Agend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Subtítulo de Agenda</a:t>
            </a:r>
          </a:p>
        </p:txBody>
      </p:sp>
      <p:sp>
        <p:nvSpPr>
          <p:cNvPr id="110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5pPr>
          </a:lstStyle>
          <a:p>
            <a:r>
              <a:t>Tópicos da Agenda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ecl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Declaração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ato Princip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7" name="Informações do fato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Informações do fato</a:t>
            </a:r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it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tribuição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Atribuição</a:t>
            </a:r>
          </a:p>
        </p:txBody>
      </p:sp>
      <p:sp>
        <p:nvSpPr>
          <p:cNvPr id="13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“Citação Notável”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rês F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igela de salada com arroz frito, ovos cozidos e hashis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5" name="Tigelas com bolinhos de salmão, salada e hummus 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6" name="Tigela de massa pappardelle com creme de ervas, avelãs assadas e queijo parmesão ralado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igela de salada com arroz frito, ovos cozidos e hashis"/>
          <p:cNvSpPr>
            <a:spLocks noGrp="1"/>
          </p:cNvSpPr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do Slid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Título do Slide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Texto com marcadores do slide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ransition spd="med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12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openxmlformats.org/officeDocument/2006/relationships/image" Target="../media/image13.png"/><Relationship Id="rId5" Type="http://schemas.openxmlformats.org/officeDocument/2006/relationships/image" Target="../media/image9.png"/><Relationship Id="rId10" Type="http://schemas.openxmlformats.org/officeDocument/2006/relationships/image" Target="../media/image6.png"/><Relationship Id="rId4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png"/><Relationship Id="rId7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11" Type="http://schemas.openxmlformats.org/officeDocument/2006/relationships/image" Target="../media/image19.png"/><Relationship Id="rId5" Type="http://schemas.openxmlformats.org/officeDocument/2006/relationships/image" Target="../media/image9.png"/><Relationship Id="rId10" Type="http://schemas.openxmlformats.org/officeDocument/2006/relationships/image" Target="../media/image18.png"/><Relationship Id="rId4" Type="http://schemas.openxmlformats.org/officeDocument/2006/relationships/image" Target="../media/image4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21.png"/><Relationship Id="rId10" Type="http://schemas.openxmlformats.org/officeDocument/2006/relationships/image" Target="../media/image24.png"/><Relationship Id="rId4" Type="http://schemas.openxmlformats.org/officeDocument/2006/relationships/image" Target="../media/image20.png"/><Relationship Id="rId9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12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openxmlformats.org/officeDocument/2006/relationships/image" Target="../media/image13.png"/><Relationship Id="rId5" Type="http://schemas.openxmlformats.org/officeDocument/2006/relationships/image" Target="../media/image9.png"/><Relationship Id="rId10" Type="http://schemas.openxmlformats.org/officeDocument/2006/relationships/image" Target="../media/image6.png"/><Relationship Id="rId4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4.png"/><Relationship Id="rId7" Type="http://schemas.openxmlformats.org/officeDocument/2006/relationships/image" Target="../media/image1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2.png"/><Relationship Id="rId10" Type="http://schemas.openxmlformats.org/officeDocument/2006/relationships/image" Target="../media/image19.png"/><Relationship Id="rId4" Type="http://schemas.openxmlformats.org/officeDocument/2006/relationships/image" Target="../media/image9.png"/><Relationship Id="rId9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12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openxmlformats.org/officeDocument/2006/relationships/image" Target="../media/image13.png"/><Relationship Id="rId5" Type="http://schemas.openxmlformats.org/officeDocument/2006/relationships/image" Target="../media/image9.png"/><Relationship Id="rId10" Type="http://schemas.openxmlformats.org/officeDocument/2006/relationships/image" Target="../media/image6.png"/><Relationship Id="rId4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4.png"/><Relationship Id="rId7" Type="http://schemas.openxmlformats.org/officeDocument/2006/relationships/image" Target="../media/image1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11" Type="http://schemas.openxmlformats.org/officeDocument/2006/relationships/image" Target="../media/image31.png"/><Relationship Id="rId5" Type="http://schemas.openxmlformats.org/officeDocument/2006/relationships/image" Target="../media/image2.png"/><Relationship Id="rId10" Type="http://schemas.openxmlformats.org/officeDocument/2006/relationships/image" Target="../media/image19.png"/><Relationship Id="rId4" Type="http://schemas.openxmlformats.org/officeDocument/2006/relationships/image" Target="../media/image9.png"/><Relationship Id="rId9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18" Type="http://schemas.openxmlformats.org/officeDocument/2006/relationships/image" Target="../media/image44.png"/><Relationship Id="rId3" Type="http://schemas.openxmlformats.org/officeDocument/2006/relationships/image" Target="../media/image4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17" Type="http://schemas.openxmlformats.org/officeDocument/2006/relationships/image" Target="../media/image43.png"/><Relationship Id="rId2" Type="http://schemas.openxmlformats.org/officeDocument/2006/relationships/image" Target="../media/image3.png"/><Relationship Id="rId16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19" Type="http://schemas.openxmlformats.org/officeDocument/2006/relationships/image" Target="../media/image45.png"/><Relationship Id="rId4" Type="http://schemas.openxmlformats.org/officeDocument/2006/relationships/image" Target="../media/image9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5.png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5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Autoria e Data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lang="pt-BR" dirty="0"/>
              <a:t>Danton Rodrigues – 24/11/2025</a:t>
            </a:r>
            <a:endParaRPr dirty="0"/>
          </a:p>
        </p:txBody>
      </p:sp>
      <p:sp>
        <p:nvSpPr>
          <p:cNvPr id="172" name="Árvores AVL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Árvores AVL</a:t>
            </a:r>
          </a:p>
        </p:txBody>
      </p:sp>
      <p:sp>
        <p:nvSpPr>
          <p:cNvPr id="173" name="Subtítulo da Apresentação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685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686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5992351" y="2356985"/>
            <a:ext cx="1349836" cy="76201"/>
          </a:xfrm>
          <a:prstGeom prst="rect">
            <a:avLst/>
          </a:prstGeom>
        </p:spPr>
      </p:pic>
      <p:pic>
        <p:nvPicPr>
          <p:cNvPr id="688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5825615" y="2443815"/>
            <a:ext cx="791527" cy="352234"/>
          </a:xfrm>
          <a:prstGeom prst="rect">
            <a:avLst/>
          </a:prstGeom>
        </p:spPr>
      </p:pic>
      <p:grpSp>
        <p:nvGrpSpPr>
          <p:cNvPr id="707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690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691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692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693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694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695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696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698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700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701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702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703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705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710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708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709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711" name="100"/>
          <p:cNvSpPr txBox="1"/>
          <p:nvPr/>
        </p:nvSpPr>
        <p:spPr>
          <a:xfrm>
            <a:off x="14781341" y="1129660"/>
            <a:ext cx="58034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100</a:t>
            </a:r>
          </a:p>
        </p:txBody>
      </p:sp>
      <p:pic>
        <p:nvPicPr>
          <p:cNvPr id="712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4238609" y="1979028"/>
            <a:ext cx="791528" cy="352234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3" presetClass="entr" presetSubtype="16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6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3" presetClass="entr" presetSubtype="16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600"/>
                                        <p:tgtEl>
                                          <p:spTgt spid="7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00"/>
                            </p:stCondLst>
                            <p:childTnLst>
                              <p:par>
                                <p:cTn id="26" presetID="22" presetClass="entr" presetSubtype="8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600"/>
                                        <p:tgtEl>
                                          <p:spTgt spid="6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3" presetClass="entr" presetSubtype="16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7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7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3" presetClass="entr" presetSubtype="16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7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7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xit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44" dur="800" fill="hold"/>
                                        <p:tgtEl>
                                          <p:spTgt spid="7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800"/>
                            </p:stCondLst>
                            <p:childTnLst>
                              <p:par>
                                <p:cTn id="47" presetID="9" presetClass="exit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48" dur="800" fill="hold"/>
                                        <p:tgtEl>
                                          <p:spTgt spid="7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600"/>
                            </p:stCondLst>
                            <p:childTnLst>
                              <p:par>
                                <p:cTn id="51" presetID="9" presetClass="exit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52" dur="800" fill="hold"/>
                                        <p:tgtEl>
                                          <p:spTgt spid="6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4" grpId="2" animBg="1" advAuto="0"/>
      <p:bldP spid="686" grpId="1" animBg="1" advAuto="0"/>
      <p:bldP spid="688" grpId="5" animBg="1" advAuto="0"/>
      <p:bldP spid="688" grpId="10" animBg="1" advAuto="0"/>
      <p:bldP spid="707" grpId="6" animBg="1" advAuto="0"/>
      <p:bldP spid="710" grpId="7" animBg="1" advAuto="0"/>
      <p:bldP spid="711" grpId="3" animBg="1" advAuto="0"/>
      <p:bldP spid="711" grpId="8" animBg="1" advAuto="0"/>
      <p:bldP spid="712" grpId="4" animBg="1" advAuto="0"/>
      <p:bldP spid="712" grpId="9" animBg="1" advAuto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716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135352" y="2344285"/>
            <a:ext cx="1349835" cy="76201"/>
          </a:xfrm>
          <a:prstGeom prst="rect">
            <a:avLst/>
          </a:prstGeom>
        </p:spPr>
      </p:pic>
      <p:sp>
        <p:nvSpPr>
          <p:cNvPr id="718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 err="1"/>
              <a:t>adicionar_no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>
                <a:solidFill>
                  <a:srgbClr val="0033B3"/>
                </a:solidFill>
              </a:rPr>
              <a:t>if 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/>
              <a:t>.vazia</a:t>
            </a:r>
            <a:r>
              <a:rPr dirty="0"/>
              <a:t>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    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>
                <a:solidFill>
                  <a:srgbClr val="080808"/>
                </a:solidFill>
              </a:rPr>
              <a:t>.raiz</a:t>
            </a:r>
            <a:r>
              <a:rPr dirty="0">
                <a:solidFill>
                  <a:srgbClr val="080808"/>
                </a:solidFill>
              </a:rPr>
              <a:t> = </a:t>
            </a:r>
            <a:r>
              <a:rPr i="1" dirty="0">
                <a:solidFill>
                  <a:srgbClr val="000000"/>
                </a:solidFill>
              </a:rPr>
              <a:t>No(valor)</a:t>
            </a:r>
            <a:endParaRPr i="1"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 dirty="0"/>
              <a:t>    </a:t>
            </a:r>
            <a:r>
              <a:rPr dirty="0">
                <a:solidFill>
                  <a:srgbClr val="0033B3"/>
                </a:solidFill>
              </a:rPr>
              <a:t>else</a:t>
            </a:r>
            <a:r>
              <a:rPr dirty="0"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    </a:t>
            </a:r>
            <a:r>
              <a:rPr dirty="0">
                <a:solidFill>
                  <a:srgbClr val="011480"/>
                </a:solidFill>
              </a:rPr>
              <a:t>print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/>
              <a:t>f"----- </a:t>
            </a:r>
            <a:r>
              <a:rPr dirty="0" err="1"/>
              <a:t>Adicionando</a:t>
            </a:r>
            <a:r>
              <a:rPr dirty="0"/>
              <a:t> </a:t>
            </a:r>
            <a:r>
              <a:rPr dirty="0" err="1"/>
              <a:t>Nó</a:t>
            </a:r>
            <a:r>
              <a:rPr dirty="0"/>
              <a:t> Folha: </a:t>
            </a:r>
            <a:r>
              <a:rPr dirty="0">
                <a:solidFill>
                  <a:srgbClr val="0137A6"/>
                </a:solidFill>
              </a:rPr>
              <a:t>{</a:t>
            </a:r>
            <a:r>
              <a:rPr dirty="0">
                <a:solidFill>
                  <a:srgbClr val="080808"/>
                </a:solidFill>
              </a:rPr>
              <a:t>valor</a:t>
            </a:r>
            <a:r>
              <a:rPr dirty="0">
                <a:solidFill>
                  <a:srgbClr val="0137A6"/>
                </a:solidFill>
              </a:rPr>
              <a:t>}</a:t>
            </a:r>
            <a:r>
              <a:rPr dirty="0"/>
              <a:t> ------"</a:t>
            </a:r>
            <a:r>
              <a:rPr dirty="0"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/>
              <a:t>.raiz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adicionar_no_folha</a:t>
            </a:r>
            <a:r>
              <a:rPr dirty="0"/>
              <a:t>(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/>
              <a:t>.raiz</a:t>
            </a:r>
            <a:r>
              <a:rPr dirty="0"/>
              <a:t>, valor)</a:t>
            </a:r>
          </a:p>
        </p:txBody>
      </p:sp>
      <p:sp>
        <p:nvSpPr>
          <p:cNvPr id="719" name="50"/>
          <p:cNvSpPr txBox="1"/>
          <p:nvPr/>
        </p:nvSpPr>
        <p:spPr>
          <a:xfrm>
            <a:off x="14781341" y="1129660"/>
            <a:ext cx="424993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pic>
        <p:nvPicPr>
          <p:cNvPr id="720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4238609" y="1979028"/>
            <a:ext cx="791528" cy="352234"/>
          </a:xfrm>
          <a:prstGeom prst="rect">
            <a:avLst/>
          </a:prstGeom>
        </p:spPr>
      </p:pic>
      <p:pic>
        <p:nvPicPr>
          <p:cNvPr id="722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1246231" y="3837186"/>
            <a:ext cx="791528" cy="352235"/>
          </a:xfrm>
          <a:prstGeom prst="rect">
            <a:avLst/>
          </a:prstGeom>
        </p:spPr>
      </p:pic>
      <p:grpSp>
        <p:nvGrpSpPr>
          <p:cNvPr id="741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724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725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72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72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72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72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730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732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734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735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736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737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739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744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742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743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745" name="50"/>
          <p:cNvSpPr txBox="1"/>
          <p:nvPr/>
        </p:nvSpPr>
        <p:spPr>
          <a:xfrm>
            <a:off x="20411268" y="3515336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746" name="A310"/>
          <p:cNvSpPr txBox="1"/>
          <p:nvPr/>
        </p:nvSpPr>
        <p:spPr>
          <a:xfrm>
            <a:off x="19127744" y="3515336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747" name="def _adicionar_no_folha(self, no_atual, valor):…"/>
          <p:cNvSpPr txBox="1"/>
          <p:nvPr/>
        </p:nvSpPr>
        <p:spPr>
          <a:xfrm>
            <a:off x="10763815" y="4448946"/>
            <a:ext cx="13356220" cy="32419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>
                <a:solidFill>
                  <a:srgbClr val="00627A"/>
                </a:solidFill>
              </a:rPr>
              <a:t>_</a:t>
            </a:r>
            <a:r>
              <a:rPr dirty="0" err="1">
                <a:solidFill>
                  <a:srgbClr val="00627A"/>
                </a:solidFill>
              </a:rPr>
              <a:t>adicionar_no_folha</a:t>
            </a:r>
            <a:r>
              <a:rPr dirty="0"/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, </a:t>
            </a:r>
            <a:r>
              <a:rPr dirty="0" err="1"/>
              <a:t>no_atual</a:t>
            </a:r>
            <a:r>
              <a:rPr dirty="0"/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</a:t>
            </a:r>
            <a:r>
              <a:rPr dirty="0">
                <a:solidFill>
                  <a:srgbClr val="0033B3"/>
                </a:solidFill>
              </a:rPr>
              <a:t>if not </a:t>
            </a:r>
            <a:r>
              <a:rPr dirty="0" err="1"/>
              <a:t>no_atual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>
                <a:solidFill>
                  <a:srgbClr val="000000"/>
                </a:solidFill>
              </a:rPr>
              <a:t>No(valor)</a:t>
            </a:r>
            <a:endParaRPr i="1"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 dirty="0">
                <a:solidFill>
                  <a:srgbClr val="8C8C8C"/>
                </a:solidFill>
              </a:rPr>
              <a:t>    </a:t>
            </a:r>
            <a:r>
              <a:rPr dirty="0" err="1">
                <a:solidFill>
                  <a:srgbClr val="0033B3"/>
                </a:solidFill>
              </a:rPr>
              <a:t>elif</a:t>
            </a:r>
            <a:r>
              <a:rPr dirty="0">
                <a:solidFill>
                  <a:srgbClr val="0033B3"/>
                </a:solidFill>
              </a:rPr>
              <a:t> </a:t>
            </a:r>
            <a:r>
              <a:rPr dirty="0"/>
              <a:t>valor &lt; </a:t>
            </a:r>
            <a:r>
              <a:rPr dirty="0" err="1"/>
              <a:t>no_atual.valor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 err="1"/>
              <a:t>no_atual.esquerda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adicionar_no_folha</a:t>
            </a:r>
            <a:r>
              <a:rPr dirty="0"/>
              <a:t>(</a:t>
            </a:r>
            <a:r>
              <a:rPr dirty="0" err="1"/>
              <a:t>no_atual.esquerda</a:t>
            </a:r>
            <a:r>
              <a:rPr dirty="0"/>
              <a:t>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>
                <a:solidFill>
                  <a:srgbClr val="0033B3"/>
                </a:solidFill>
              </a:rPr>
              <a:t>else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 err="1"/>
              <a:t>no_atual.direita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adicionar_no_folha</a:t>
            </a:r>
            <a:r>
              <a:rPr dirty="0"/>
              <a:t>(</a:t>
            </a:r>
            <a:r>
              <a:rPr dirty="0" err="1"/>
              <a:t>no_atual.direita</a:t>
            </a:r>
            <a:r>
              <a:rPr dirty="0"/>
              <a:t>, valor)</a:t>
            </a:r>
          </a:p>
        </p:txBody>
      </p:sp>
      <p:pic>
        <p:nvPicPr>
          <p:cNvPr id="748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8771686" y="4537345"/>
            <a:ext cx="791528" cy="352235"/>
          </a:xfrm>
          <a:prstGeom prst="rect">
            <a:avLst/>
          </a:prstGeom>
        </p:spPr>
      </p:pic>
      <p:sp>
        <p:nvSpPr>
          <p:cNvPr id="750" name="50"/>
          <p:cNvSpPr txBox="1"/>
          <p:nvPr/>
        </p:nvSpPr>
        <p:spPr>
          <a:xfrm>
            <a:off x="17527517" y="4275686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751" name="A310"/>
          <p:cNvSpPr txBox="1"/>
          <p:nvPr/>
        </p:nvSpPr>
        <p:spPr>
          <a:xfrm>
            <a:off x="16243992" y="4275686"/>
            <a:ext cx="77173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7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3" presetClass="entr" presetSubtype="16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7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22" presetClass="entr" presetSubtype="8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600"/>
                                        <p:tgtEl>
                                          <p:spTgt spid="7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3" presetClass="entr" presetSubtype="16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7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7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3" presetClass="entr" presetSubtype="16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7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7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3" presetClass="entr" presetSubtype="16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2500" fill="hold"/>
                                        <p:tgtEl>
                                          <p:spTgt spid="7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500" fill="hold"/>
                                        <p:tgtEl>
                                          <p:spTgt spid="7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0"/>
                            </p:stCondLst>
                            <p:childTnLst>
                              <p:par>
                                <p:cTn id="41" presetID="22" presetClass="entr" presetSubtype="8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600"/>
                                        <p:tgtEl>
                                          <p:spTgt spid="7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100"/>
                            </p:stCondLst>
                            <p:childTnLst>
                              <p:par>
                                <p:cTn id="45" presetID="23" presetClass="entr" presetSubtype="16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7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7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100"/>
                            </p:stCondLst>
                            <p:childTnLst>
                              <p:par>
                                <p:cTn id="50" presetID="23" presetClass="entr" presetSubtype="16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7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7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9" presetClass="exit" fill="hold" grpId="1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57" dur="700" fill="hold"/>
                                        <p:tgtEl>
                                          <p:spTgt spid="7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700"/>
                            </p:stCondLst>
                            <p:childTnLst>
                              <p:par>
                                <p:cTn id="60" presetID="9" presetClass="exit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1" dur="700" fill="hold"/>
                                        <p:tgtEl>
                                          <p:spTgt spid="7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400"/>
                            </p:stCondLst>
                            <p:childTnLst>
                              <p:par>
                                <p:cTn id="64" presetID="9" presetClass="exit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5" dur="700" fill="hold"/>
                                        <p:tgtEl>
                                          <p:spTgt spid="7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100"/>
                            </p:stCondLst>
                            <p:childTnLst>
                              <p:par>
                                <p:cTn id="68" presetID="9" presetClass="exit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9" dur="700" fill="hold"/>
                                        <p:tgtEl>
                                          <p:spTgt spid="7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800"/>
                            </p:stCondLst>
                            <p:childTnLst>
                              <p:par>
                                <p:cTn id="72" presetID="9" presetClass="exit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3" dur="700" fill="hold"/>
                                        <p:tgtEl>
                                          <p:spTgt spid="7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6" grpId="1" animBg="1" advAuto="0"/>
      <p:bldP spid="719" grpId="2" animBg="1" advAuto="0"/>
      <p:bldP spid="719" grpId="11" animBg="1" advAuto="0"/>
      <p:bldP spid="720" grpId="3" animBg="1" advAuto="0"/>
      <p:bldP spid="720" grpId="12" animBg="1" advAuto="0"/>
      <p:bldP spid="722" grpId="4" animBg="1" advAuto="0"/>
      <p:bldP spid="722" grpId="15" animBg="1" advAuto="0"/>
      <p:bldP spid="745" grpId="6" animBg="1" advAuto="0"/>
      <p:bldP spid="745" grpId="14" animBg="1" advAuto="0"/>
      <p:bldP spid="746" grpId="5" animBg="1" advAuto="0"/>
      <p:bldP spid="746" grpId="13" animBg="1" advAuto="0"/>
      <p:bldP spid="747" grpId="7" animBg="1" advAuto="0"/>
      <p:bldP spid="748" grpId="8" animBg="1" advAuto="0"/>
      <p:bldP spid="750" grpId="10" animBg="1" advAuto="0"/>
      <p:bldP spid="751" grpId="9" animBg="1" advAuto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754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135352" y="2344285"/>
            <a:ext cx="1349835" cy="76201"/>
          </a:xfrm>
          <a:prstGeom prst="rect">
            <a:avLst/>
          </a:prstGeom>
        </p:spPr>
      </p:pic>
      <p:sp>
        <p:nvSpPr>
          <p:cNvPr id="756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grpSp>
        <p:nvGrpSpPr>
          <p:cNvPr id="774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757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758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759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760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761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762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763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765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767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768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769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770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772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777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775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776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778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pic>
        <p:nvPicPr>
          <p:cNvPr id="779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18771686" y="4537345"/>
            <a:ext cx="791528" cy="352235"/>
          </a:xfrm>
          <a:prstGeom prst="rect">
            <a:avLst/>
          </a:prstGeom>
        </p:spPr>
      </p:pic>
      <p:sp>
        <p:nvSpPr>
          <p:cNvPr id="781" name="50"/>
          <p:cNvSpPr txBox="1"/>
          <p:nvPr/>
        </p:nvSpPr>
        <p:spPr>
          <a:xfrm>
            <a:off x="17527517" y="4275686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782" name="A310"/>
          <p:cNvSpPr txBox="1"/>
          <p:nvPr/>
        </p:nvSpPr>
        <p:spPr>
          <a:xfrm>
            <a:off x="16243992" y="4275686"/>
            <a:ext cx="77173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 fill="hold"/>
                                        <p:tgtEl>
                                          <p:spTgt spid="75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0"/>
                                      </p:to>
                                    </p:set>
                                    <p:animEffect filter="image" prLst="opacity: 0.20; ">
                                      <p:cBhvr>
                                        <p:cTn id="7" dur="indefinite" fill="hold"/>
                                        <p:tgtEl>
                                          <p:spTgt spid="7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6" grpId="1" animBg="1" advAuto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785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135352" y="2344285"/>
            <a:ext cx="1349835" cy="76201"/>
          </a:xfrm>
          <a:prstGeom prst="rect">
            <a:avLst/>
          </a:prstGeom>
        </p:spPr>
      </p:pic>
      <p:sp>
        <p:nvSpPr>
          <p:cNvPr id="787" name="def adicionar_no(self, valor):…"/>
          <p:cNvSpPr txBox="1"/>
          <p:nvPr/>
        </p:nvSpPr>
        <p:spPr>
          <a:xfrm>
            <a:off x="10706476" y="14382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grpSp>
        <p:nvGrpSpPr>
          <p:cNvPr id="805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788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789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790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791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792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793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794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796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798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799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800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801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803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808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806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807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809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pic>
        <p:nvPicPr>
          <p:cNvPr id="810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18771686" y="4537345"/>
            <a:ext cx="791528" cy="352235"/>
          </a:xfrm>
          <a:prstGeom prst="rect">
            <a:avLst/>
          </a:prstGeom>
        </p:spPr>
      </p:pic>
      <p:sp>
        <p:nvSpPr>
          <p:cNvPr id="812" name="50"/>
          <p:cNvSpPr txBox="1"/>
          <p:nvPr/>
        </p:nvSpPr>
        <p:spPr>
          <a:xfrm>
            <a:off x="17527517" y="4275686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813" name="A310"/>
          <p:cNvSpPr txBox="1"/>
          <p:nvPr/>
        </p:nvSpPr>
        <p:spPr>
          <a:xfrm>
            <a:off x="16243992" y="4275686"/>
            <a:ext cx="77173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814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14000774" y="5023244"/>
            <a:ext cx="791528" cy="352235"/>
          </a:xfrm>
          <a:prstGeom prst="rect">
            <a:avLst/>
          </a:prstGeom>
        </p:spPr>
      </p:pic>
      <p:sp>
        <p:nvSpPr>
          <p:cNvPr id="816" name="False"/>
          <p:cNvSpPr txBox="1"/>
          <p:nvPr/>
        </p:nvSpPr>
        <p:spPr>
          <a:xfrm>
            <a:off x="10435513" y="4981163"/>
            <a:ext cx="82285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pic>
        <p:nvPicPr>
          <p:cNvPr id="817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16213235" y="5893785"/>
            <a:ext cx="791527" cy="352235"/>
          </a:xfrm>
          <a:prstGeom prst="rect">
            <a:avLst/>
          </a:prstGeom>
        </p:spPr>
      </p:pic>
      <p:sp>
        <p:nvSpPr>
          <p:cNvPr id="819" name="True"/>
          <p:cNvSpPr txBox="1"/>
          <p:nvPr/>
        </p:nvSpPr>
        <p:spPr>
          <a:xfrm>
            <a:off x="10647696" y="5851705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sp>
        <p:nvSpPr>
          <p:cNvPr id="820" name="50"/>
          <p:cNvSpPr txBox="1"/>
          <p:nvPr/>
        </p:nvSpPr>
        <p:spPr>
          <a:xfrm>
            <a:off x="12509241" y="5657319"/>
            <a:ext cx="424994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821" name="100"/>
          <p:cNvSpPr txBox="1"/>
          <p:nvPr/>
        </p:nvSpPr>
        <p:spPr>
          <a:xfrm>
            <a:off x="15317424" y="5657319"/>
            <a:ext cx="58034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100</a:t>
            </a:r>
          </a:p>
        </p:txBody>
      </p:sp>
      <p:pic>
        <p:nvPicPr>
          <p:cNvPr id="822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23843603" y="6409256"/>
            <a:ext cx="791527" cy="352234"/>
          </a:xfrm>
          <a:prstGeom prst="rect">
            <a:avLst/>
          </a:prstGeom>
        </p:spPr>
      </p:pic>
      <p:sp>
        <p:nvSpPr>
          <p:cNvPr id="824" name="50"/>
          <p:cNvSpPr txBox="1"/>
          <p:nvPr/>
        </p:nvSpPr>
        <p:spPr>
          <a:xfrm>
            <a:off x="23149862" y="6059648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825" name="None"/>
          <p:cNvSpPr txBox="1"/>
          <p:nvPr/>
        </p:nvSpPr>
        <p:spPr>
          <a:xfrm>
            <a:off x="21440145" y="6059648"/>
            <a:ext cx="81811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826" name="A310"/>
          <p:cNvSpPr txBox="1"/>
          <p:nvPr/>
        </p:nvSpPr>
        <p:spPr>
          <a:xfrm>
            <a:off x="13879813" y="5657319"/>
            <a:ext cx="77172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827" name="A310"/>
          <p:cNvSpPr txBox="1"/>
          <p:nvPr/>
        </p:nvSpPr>
        <p:spPr>
          <a:xfrm>
            <a:off x="20086980" y="6059648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828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6255931" y="6819900"/>
            <a:ext cx="3365433" cy="76200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 fill="hold"/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0"/>
                                      </p:to>
                                    </p:set>
                                    <p:animEffect filter="image" prLst="opacity: 0.20; ">
                                      <p:cBhvr>
                                        <p:cTn id="7" dur="indefinite" fill="hold"/>
                                        <p:tgtEl>
                                          <p:spTgt spid="7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"/>
                                        <p:tgtEl>
                                          <p:spTgt spid="8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3" presetClass="entr" presetSubtype="16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8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200" fill="hold"/>
                                        <p:tgtEl>
                                          <p:spTgt spid="8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0"/>
                                        <p:tgtEl>
                                          <p:spTgt spid="8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3" presetClass="entr" presetSubtype="16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200" fill="hold"/>
                                        <p:tgtEl>
                                          <p:spTgt spid="8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200" fill="hold"/>
                                        <p:tgtEl>
                                          <p:spTgt spid="8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"/>
                            </p:stCondLst>
                            <p:childTnLst>
                              <p:par>
                                <p:cTn id="30" presetID="23" presetClass="entr" presetSubtype="16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200" fill="hold"/>
                                        <p:tgtEl>
                                          <p:spTgt spid="8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200" fill="hold"/>
                                        <p:tgtEl>
                                          <p:spTgt spid="8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00"/>
                            </p:stCondLst>
                            <p:childTnLst>
                              <p:par>
                                <p:cTn id="35" presetID="23" presetClass="entr" presetSubtype="16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200" fill="hold"/>
                                        <p:tgtEl>
                                          <p:spTgt spid="8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200" fill="hold"/>
                                        <p:tgtEl>
                                          <p:spTgt spid="8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600"/>
                            </p:stCondLst>
                            <p:childTnLst>
                              <p:par>
                                <p:cTn id="40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8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200" fill="hold"/>
                                        <p:tgtEl>
                                          <p:spTgt spid="8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" fill="hold"/>
                                        <p:tgtEl>
                                          <p:spTgt spid="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8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1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600"/>
                                        <p:tgtEl>
                                          <p:spTgt spid="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"/>
                            </p:stCondLst>
                            <p:childTnLst>
                              <p:par>
                                <p:cTn id="55" presetID="23" presetClass="entr" presetSubtype="16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6" fill="hold"/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8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8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600"/>
                            </p:stCondLst>
                            <p:childTnLst>
                              <p:par>
                                <p:cTn id="60" presetID="23" presetClass="entr" presetSubtype="16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8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8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600"/>
                            </p:stCondLst>
                            <p:childTnLst>
                              <p:par>
                                <p:cTn id="65" presetID="23" presetClass="entr" presetSubtype="16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8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8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9" presetClass="exit" fill="hold" grpId="1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2" dur="200" fill="hold"/>
                                        <p:tgtEl>
                                          <p:spTgt spid="8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00"/>
                            </p:stCondLst>
                            <p:childTnLst>
                              <p:par>
                                <p:cTn id="75" presetID="9" presetClass="exit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6" dur="200" fill="hold"/>
                                        <p:tgtEl>
                                          <p:spTgt spid="8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400"/>
                            </p:stCondLst>
                            <p:childTnLst>
                              <p:par>
                                <p:cTn id="79" presetID="9" presetClass="exit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0" dur="200" fill="hold"/>
                                        <p:tgtEl>
                                          <p:spTgt spid="8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600"/>
                            </p:stCondLst>
                            <p:childTnLst>
                              <p:par>
                                <p:cTn id="83" presetID="9" presetClass="exit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4" dur="1000" fill="hold"/>
                                        <p:tgtEl>
                                          <p:spTgt spid="8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1600"/>
                            </p:stCondLst>
                            <p:childTnLst>
                              <p:par>
                                <p:cTn id="87" presetID="9" presetClass="exit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8" dur="1000" fill="hold"/>
                                        <p:tgtEl>
                                          <p:spTgt spid="8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2600"/>
                            </p:stCondLst>
                            <p:childTnLst>
                              <p:par>
                                <p:cTn id="91" presetID="9" presetClass="exit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2" dur="1000" fill="hold"/>
                                        <p:tgtEl>
                                          <p:spTgt spid="8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3600"/>
                            </p:stCondLst>
                            <p:childTnLst>
                              <p:par>
                                <p:cTn id="95" presetID="9" presetClass="exit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6" dur="1000" fill="hold"/>
                                        <p:tgtEl>
                                          <p:spTgt spid="8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4600"/>
                            </p:stCondLst>
                            <p:childTnLst>
                              <p:par>
                                <p:cTn id="99" presetID="9" presetClass="exit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00" dur="1000" fill="hold"/>
                                        <p:tgtEl>
                                          <p:spTgt spid="8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5600"/>
                            </p:stCondLst>
                            <p:childTnLst>
                              <p:par>
                                <p:cTn id="103" presetID="9" presetClass="exit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04" dur="1000" fill="hold"/>
                                        <p:tgtEl>
                                          <p:spTgt spid="8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6600"/>
                            </p:stCondLst>
                            <p:childTnLst>
                              <p:par>
                                <p:cTn id="107" presetID="9" presetClass="exit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08" dur="1000" fill="hold"/>
                                        <p:tgtEl>
                                          <p:spTgt spid="8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7" grpId="1" animBg="1" advAuto="0"/>
      <p:bldP spid="810" grpId="16" animBg="1" advAuto="0"/>
      <p:bldP spid="812" grpId="15" animBg="1" advAuto="0"/>
      <p:bldP spid="813" grpId="14" animBg="1" advAuto="0"/>
      <p:bldP spid="814" grpId="2" animBg="1" advAuto="0"/>
      <p:bldP spid="814" grpId="18" animBg="1" advAuto="0"/>
      <p:bldP spid="816" grpId="3" animBg="1" advAuto="0"/>
      <p:bldP spid="816" grpId="17" animBg="1" advAuto="0"/>
      <p:bldP spid="817" grpId="4" animBg="1" advAuto="0"/>
      <p:bldP spid="817" grpId="23" animBg="1" advAuto="0"/>
      <p:bldP spid="819" grpId="8" animBg="1" advAuto="0"/>
      <p:bldP spid="819" grpId="19" animBg="1" advAuto="0"/>
      <p:bldP spid="820" grpId="5" animBg="1" advAuto="0"/>
      <p:bldP spid="820" grpId="20" animBg="1" advAuto="0"/>
      <p:bldP spid="821" grpId="7" animBg="1" advAuto="0"/>
      <p:bldP spid="821" grpId="22" animBg="1" advAuto="0"/>
      <p:bldP spid="822" grpId="10" animBg="1" advAuto="0"/>
      <p:bldP spid="824" grpId="13" animBg="1" advAuto="0"/>
      <p:bldP spid="825" grpId="12" animBg="1" advAuto="0"/>
      <p:bldP spid="826" grpId="6" animBg="1" advAuto="0"/>
      <p:bldP spid="826" grpId="21" animBg="1" advAuto="0"/>
      <p:bldP spid="827" grpId="11" animBg="1" advAuto="0"/>
      <p:bldP spid="828" grpId="9" animBg="1" advAuto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832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135352" y="2344285"/>
            <a:ext cx="1349835" cy="76201"/>
          </a:xfrm>
          <a:prstGeom prst="rect">
            <a:avLst/>
          </a:prstGeom>
        </p:spPr>
      </p:pic>
      <p:sp>
        <p:nvSpPr>
          <p:cNvPr id="834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grpSp>
        <p:nvGrpSpPr>
          <p:cNvPr id="852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835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836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837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838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839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840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841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843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845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846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847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848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850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855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853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854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856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pic>
        <p:nvPicPr>
          <p:cNvPr id="857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23843603" y="6409256"/>
            <a:ext cx="791527" cy="352234"/>
          </a:xfrm>
          <a:prstGeom prst="rect">
            <a:avLst/>
          </a:prstGeom>
        </p:spPr>
      </p:pic>
      <p:sp>
        <p:nvSpPr>
          <p:cNvPr id="859" name="50"/>
          <p:cNvSpPr txBox="1"/>
          <p:nvPr/>
        </p:nvSpPr>
        <p:spPr>
          <a:xfrm>
            <a:off x="23149862" y="6059648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860" name="None"/>
          <p:cNvSpPr txBox="1"/>
          <p:nvPr/>
        </p:nvSpPr>
        <p:spPr>
          <a:xfrm>
            <a:off x="21440145" y="6059648"/>
            <a:ext cx="81811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861" name="A310"/>
          <p:cNvSpPr txBox="1"/>
          <p:nvPr/>
        </p:nvSpPr>
        <p:spPr>
          <a:xfrm>
            <a:off x="20086980" y="6059648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862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6255931" y="6819900"/>
            <a:ext cx="3365433" cy="76200"/>
          </a:xfrm>
          <a:prstGeom prst="rect">
            <a:avLst/>
          </a:prstGeom>
        </p:spPr>
      </p:pic>
      <p:pic>
        <p:nvPicPr>
          <p:cNvPr id="864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8734904" y="4490164"/>
            <a:ext cx="791527" cy="352235"/>
          </a:xfrm>
          <a:prstGeom prst="rect">
            <a:avLst/>
          </a:prstGeom>
        </p:spPr>
      </p:pic>
      <p:sp>
        <p:nvSpPr>
          <p:cNvPr id="866" name="None"/>
          <p:cNvSpPr txBox="1"/>
          <p:nvPr/>
        </p:nvSpPr>
        <p:spPr>
          <a:xfrm>
            <a:off x="16014771" y="4202149"/>
            <a:ext cx="81810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867" name="50"/>
          <p:cNvSpPr txBox="1"/>
          <p:nvPr/>
        </p:nvSpPr>
        <p:spPr>
          <a:xfrm>
            <a:off x="17592254" y="4202149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868" name="True"/>
          <p:cNvSpPr txBox="1"/>
          <p:nvPr/>
        </p:nvSpPr>
        <p:spPr>
          <a:xfrm>
            <a:off x="10420503" y="4941388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pic>
        <p:nvPicPr>
          <p:cNvPr id="869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4618454" y="5461632"/>
            <a:ext cx="791528" cy="352234"/>
          </a:xfrm>
          <a:prstGeom prst="rect">
            <a:avLst/>
          </a:prstGeom>
        </p:spPr>
      </p:pic>
      <p:grpSp>
        <p:nvGrpSpPr>
          <p:cNvPr id="888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871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872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873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874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875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876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877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879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881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882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883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884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886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889" name="E070"/>
          <p:cNvSpPr txBox="1"/>
          <p:nvPr/>
        </p:nvSpPr>
        <p:spPr>
          <a:xfrm>
            <a:off x="17237231" y="6059648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890" name="E070"/>
          <p:cNvSpPr txBox="1"/>
          <p:nvPr/>
        </p:nvSpPr>
        <p:spPr>
          <a:xfrm>
            <a:off x="13880802" y="6110448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891" name="A310"/>
          <p:cNvSpPr txBox="1"/>
          <p:nvPr/>
        </p:nvSpPr>
        <p:spPr>
          <a:xfrm>
            <a:off x="12529325" y="6110448"/>
            <a:ext cx="77173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892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985624">
            <a:off x="15364918" y="5728392"/>
            <a:ext cx="1974041" cy="352234"/>
          </a:xfrm>
          <a:prstGeom prst="rect">
            <a:avLst/>
          </a:prstGeom>
        </p:spPr>
      </p:pic>
      <p:pic>
        <p:nvPicPr>
          <p:cNvPr id="894" name="Line Line" descr="Line Line"/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 rot="11828503">
            <a:off x="1904914" y="4863575"/>
            <a:ext cx="10386014" cy="352234"/>
          </a:xfrm>
          <a:prstGeom prst="rect">
            <a:avLst/>
          </a:prstGeom>
        </p:spPr>
      </p:pic>
      <p:sp>
        <p:nvSpPr>
          <p:cNvPr id="896" name="E070"/>
          <p:cNvSpPr txBox="1"/>
          <p:nvPr/>
        </p:nvSpPr>
        <p:spPr>
          <a:xfrm>
            <a:off x="1095579" y="3281288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rPr dirty="0"/>
              <a:t>E070</a:t>
            </a:r>
          </a:p>
        </p:txBody>
      </p:sp>
      <p:grpSp>
        <p:nvGrpSpPr>
          <p:cNvPr id="899" name="Group"/>
          <p:cNvGrpSpPr/>
          <p:nvPr/>
        </p:nvGrpSpPr>
        <p:grpSpPr>
          <a:xfrm>
            <a:off x="1398848" y="10769093"/>
            <a:ext cx="967005" cy="967006"/>
            <a:chOff x="0" y="0"/>
            <a:chExt cx="967004" cy="967004"/>
          </a:xfrm>
        </p:grpSpPr>
        <p:sp>
          <p:nvSpPr>
            <p:cNvPr id="897" name="50"/>
            <p:cNvSpPr txBox="1"/>
            <p:nvPr/>
          </p:nvSpPr>
          <p:spPr>
            <a:xfrm>
              <a:off x="214517" y="234969"/>
              <a:ext cx="537973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898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pic>
        <p:nvPicPr>
          <p:cNvPr id="900" name="Line Line" descr="Line Line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 rot="8100000">
            <a:off x="1568260" y="10287896"/>
            <a:ext cx="1290415" cy="76201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 fill="hold"/>
                                        <p:tgtEl>
                                          <p:spTgt spid="83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0"/>
                                      </p:to>
                                    </p:set>
                                    <p:animEffect filter="image" prLst="opacity: 0.20; ">
                                      <p:cBhvr>
                                        <p:cTn id="7" dur="indefinite" fill="hold"/>
                                        <p:tgtEl>
                                          <p:spTgt spid="8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600"/>
                                        <p:tgtEl>
                                          <p:spTgt spid="8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0"/>
                            </p:stCondLst>
                            <p:childTnLst>
                              <p:par>
                                <p:cTn id="14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8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600"/>
                            </p:stCondLst>
                            <p:childTnLst>
                              <p:par>
                                <p:cTn id="19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8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600"/>
                            </p:stCondLst>
                            <p:childTnLst>
                              <p:par>
                                <p:cTn id="24" presetID="23" presetClass="entr" presetSubtype="16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8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8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3" presetClass="entr" presetSubtype="16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8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8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8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200" fill="hold"/>
                                        <p:tgtEl>
                                          <p:spTgt spid="8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" fill="hold"/>
                                        <p:tgtEl>
                                          <p:spTgt spid="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600"/>
                                        <p:tgtEl>
                                          <p:spTgt spid="8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600"/>
                            </p:stCondLst>
                            <p:childTnLst>
                              <p:par>
                                <p:cTn id="50" presetID="23" presetClass="entr" presetSubtype="16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8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88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88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600"/>
                            </p:stCondLst>
                            <p:childTnLst>
                              <p:par>
                                <p:cTn id="55" presetID="23" presetClass="entr" presetSubtype="16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6" fill="hold"/>
                                        <p:tgtEl>
                                          <p:spTgt spid="8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8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8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600"/>
                            </p:stCondLst>
                            <p:childTnLst>
                              <p:par>
                                <p:cTn id="60" presetID="23" presetClass="entr" presetSubtype="16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8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8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3" presetClass="entr" presetSubtype="16" fill="hold" grpId="1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7" fill="hold"/>
                                        <p:tgtEl>
                                          <p:spTgt spid="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8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fill="hold"/>
                                        <p:tgtEl>
                                          <p:spTgt spid="8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3" presetClass="entr" presetSubtype="16" fill="hold" grpId="1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3" fill="hold"/>
                                        <p:tgtEl>
                                          <p:spTgt spid="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2000" fill="hold"/>
                                        <p:tgtEl>
                                          <p:spTgt spid="8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2000" fill="hold"/>
                                        <p:tgtEl>
                                          <p:spTgt spid="8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000"/>
                            </p:stCondLst>
                            <p:childTnLst>
                              <p:par>
                                <p:cTn id="77" presetID="23" presetClass="entr" presetSubtype="16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2000" fill="hold"/>
                                        <p:tgtEl>
                                          <p:spTgt spid="9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2000" fill="hold"/>
                                        <p:tgtEl>
                                          <p:spTgt spid="9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9" presetClass="exit" fill="hold" grpId="1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4" dur="500" fill="hold"/>
                                        <p:tgtEl>
                                          <p:spTgt spid="8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00"/>
                            </p:stCondLst>
                            <p:childTnLst>
                              <p:par>
                                <p:cTn id="87" presetID="9" presetClass="exit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8" dur="500" fill="hold"/>
                                        <p:tgtEl>
                                          <p:spTgt spid="8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1000"/>
                            </p:stCondLst>
                            <p:childTnLst>
                              <p:par>
                                <p:cTn id="91" presetID="9" presetClass="exit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2" dur="500" fill="hold"/>
                                        <p:tgtEl>
                                          <p:spTgt spid="8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500"/>
                            </p:stCondLst>
                            <p:childTnLst>
                              <p:par>
                                <p:cTn id="95" presetID="9" presetClass="exit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6" dur="500" fill="hold"/>
                                        <p:tgtEl>
                                          <p:spTgt spid="8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2000"/>
                            </p:stCondLst>
                            <p:childTnLst>
                              <p:par>
                                <p:cTn id="99" presetID="9" presetClass="exit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00" dur="500" fill="hold"/>
                                        <p:tgtEl>
                                          <p:spTgt spid="8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500"/>
                            </p:stCondLst>
                            <p:childTnLst>
                              <p:par>
                                <p:cTn id="103" presetID="9" presetClass="exit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04" dur="500" fill="hold"/>
                                        <p:tgtEl>
                                          <p:spTgt spid="8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3000"/>
                            </p:stCondLst>
                            <p:childTnLst>
                              <p:par>
                                <p:cTn id="107" presetID="9" presetClass="exit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08" dur="500" fill="hold"/>
                                        <p:tgtEl>
                                          <p:spTgt spid="8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3500"/>
                            </p:stCondLst>
                            <p:childTnLst>
                              <p:par>
                                <p:cTn id="111" presetID="9" presetClass="exit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12" dur="500" fill="hold"/>
                                        <p:tgtEl>
                                          <p:spTgt spid="8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4000"/>
                            </p:stCondLst>
                            <p:childTnLst>
                              <p:par>
                                <p:cTn id="115" presetID="9" presetClass="exit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16" dur="500" fill="hold"/>
                                        <p:tgtEl>
                                          <p:spTgt spid="8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4500"/>
                            </p:stCondLst>
                            <p:childTnLst>
                              <p:par>
                                <p:cTn id="119" presetID="9" presetClass="exit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20" dur="500" fill="hold"/>
                                        <p:tgtEl>
                                          <p:spTgt spid="8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5000"/>
                            </p:stCondLst>
                            <p:childTnLst>
                              <p:par>
                                <p:cTn id="123" presetID="9" presetClass="exit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24" dur="500" fill="hold"/>
                                        <p:tgtEl>
                                          <p:spTgt spid="8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5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5500"/>
                            </p:stCondLst>
                            <p:childTnLst>
                              <p:par>
                                <p:cTn id="127" presetID="9" presetClass="exit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28" dur="500" fill="hold"/>
                                        <p:tgtEl>
                                          <p:spTgt spid="8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6000"/>
                            </p:stCondLst>
                            <p:childTnLst>
                              <p:par>
                                <p:cTn id="131" presetID="9" presetClass="exit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32" dur="500" fill="hold"/>
                                        <p:tgtEl>
                                          <p:spTgt spid="8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6500"/>
                            </p:stCondLst>
                            <p:childTnLst>
                              <p:par>
                                <p:cTn id="135" presetID="9" presetClass="exit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36" dur="1000" fill="hold"/>
                                        <p:tgtEl>
                                          <p:spTgt spid="8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7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9" presetClass="exit" fill="hold" grpId="3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41" dur="1000" fill="hold"/>
                                        <p:tgtEl>
                                          <p:spTgt spid="8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4" grpId="1" animBg="1" advAuto="0"/>
      <p:bldP spid="857" grpId="28" animBg="1" advAuto="0"/>
      <p:bldP spid="859" grpId="25" animBg="1" advAuto="0"/>
      <p:bldP spid="860" grpId="24" animBg="1" advAuto="0"/>
      <p:bldP spid="861" grpId="23" animBg="1" advAuto="0"/>
      <p:bldP spid="862" grpId="30" animBg="1" advAuto="0"/>
      <p:bldP spid="864" grpId="2" animBg="1" advAuto="0"/>
      <p:bldP spid="864" grpId="18" animBg="1" advAuto="0"/>
      <p:bldP spid="866" grpId="3" animBg="1" advAuto="0"/>
      <p:bldP spid="866" grpId="16" animBg="1" advAuto="0"/>
      <p:bldP spid="867" grpId="4" animBg="1" advAuto="0"/>
      <p:bldP spid="867" grpId="17" animBg="1" advAuto="0"/>
      <p:bldP spid="868" grpId="5" animBg="1" advAuto="0"/>
      <p:bldP spid="868" grpId="29" animBg="1" advAuto="0"/>
      <p:bldP spid="869" grpId="6" animBg="1" advAuto="0"/>
      <p:bldP spid="869" grpId="20" animBg="1" advAuto="0"/>
      <p:bldP spid="888" grpId="7" animBg="1" advAuto="0"/>
      <p:bldP spid="889" grpId="10" animBg="1" advAuto="0"/>
      <p:bldP spid="889" grpId="22" animBg="1" advAuto="0"/>
      <p:bldP spid="890" grpId="11" animBg="1" advAuto="0"/>
      <p:bldP spid="890" grpId="27" animBg="1" advAuto="0"/>
      <p:bldP spid="891" grpId="12" animBg="1" advAuto="0"/>
      <p:bldP spid="891" grpId="26" animBg="1" advAuto="0"/>
      <p:bldP spid="892" grpId="9" animBg="1" advAuto="0"/>
      <p:bldP spid="892" grpId="21" animBg="1" advAuto="0"/>
      <p:bldP spid="894" grpId="13" animBg="1" advAuto="0"/>
      <p:bldP spid="894" grpId="19" animBg="1" advAuto="0"/>
      <p:bldP spid="896" grpId="14" animBg="1" advAuto="0"/>
      <p:bldP spid="899" grpId="8" animBg="1" advAuto="0"/>
      <p:bldP spid="900" grpId="15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904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135352" y="2344285"/>
            <a:ext cx="1349835" cy="76201"/>
          </a:xfrm>
          <a:prstGeom prst="rect">
            <a:avLst/>
          </a:prstGeom>
        </p:spPr>
      </p:pic>
      <p:sp>
        <p:nvSpPr>
          <p:cNvPr id="906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grpSp>
        <p:nvGrpSpPr>
          <p:cNvPr id="924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907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908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909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910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911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912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913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915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917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918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919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920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922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927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925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926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928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grpSp>
        <p:nvGrpSpPr>
          <p:cNvPr id="946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929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930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931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932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933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934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935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937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939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940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941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942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944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947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952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948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949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950" name="Line Line" descr="Line Lin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953" name="############################# altura…"/>
          <p:cNvSpPr txBox="1"/>
          <p:nvPr/>
        </p:nvSpPr>
        <p:spPr>
          <a:xfrm>
            <a:off x="10758073" y="7988026"/>
            <a:ext cx="13192349" cy="1346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 </a:t>
            </a:r>
            <a:r>
              <a:t>############################# altura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t>no_atual.altura = </a:t>
            </a:r>
            <a:r>
              <a:rPr>
                <a:solidFill>
                  <a:srgbClr val="1750EB"/>
                </a:solidFill>
              </a:rPr>
              <a:t>1 </a:t>
            </a:r>
            <a:r>
              <a:t>+ 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11480"/>
                </a:solidFill>
              </a:rPr>
              <a:t>max</a:t>
            </a:r>
            <a:r>
              <a:t>(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._altura(no_atual.esquerda),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._altura(no_atual.direita) )</a:t>
            </a:r>
          </a:p>
        </p:txBody>
      </p:sp>
      <p:sp>
        <p:nvSpPr>
          <p:cNvPr id="954" name="A310"/>
          <p:cNvSpPr txBox="1"/>
          <p:nvPr/>
        </p:nvSpPr>
        <p:spPr>
          <a:xfrm>
            <a:off x="15402329" y="8669086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955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3000331" y="9289967"/>
            <a:ext cx="5153198" cy="76201"/>
          </a:xfrm>
          <a:prstGeom prst="rect">
            <a:avLst/>
          </a:prstGeom>
        </p:spPr>
      </p:pic>
      <p:sp>
        <p:nvSpPr>
          <p:cNvPr id="957" name="E070"/>
          <p:cNvSpPr txBox="1"/>
          <p:nvPr/>
        </p:nvSpPr>
        <p:spPr>
          <a:xfrm>
            <a:off x="16796029" y="8669086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958" name="def _altura(self, no):…"/>
          <p:cNvSpPr txBox="1"/>
          <p:nvPr/>
        </p:nvSpPr>
        <p:spPr>
          <a:xfrm>
            <a:off x="12831719" y="11337111"/>
            <a:ext cx="3802981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sp>
        <p:nvSpPr>
          <p:cNvPr id="959" name="1"/>
          <p:cNvSpPr txBox="1"/>
          <p:nvPr/>
        </p:nvSpPr>
        <p:spPr>
          <a:xfrm>
            <a:off x="15609025" y="12988413"/>
            <a:ext cx="269647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pic>
        <p:nvPicPr>
          <p:cNvPr id="960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6603522" y="11402286"/>
            <a:ext cx="791528" cy="352235"/>
          </a:xfrm>
          <a:prstGeom prst="rect">
            <a:avLst/>
          </a:prstGeom>
        </p:spPr>
      </p:pic>
      <p:sp>
        <p:nvSpPr>
          <p:cNvPr id="962" name="E070"/>
          <p:cNvSpPr txBox="1"/>
          <p:nvPr/>
        </p:nvSpPr>
        <p:spPr>
          <a:xfrm>
            <a:off x="15740774" y="11027818"/>
            <a:ext cx="761391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963" name="E070"/>
          <p:cNvSpPr txBox="1"/>
          <p:nvPr/>
        </p:nvSpPr>
        <p:spPr>
          <a:xfrm>
            <a:off x="14622184" y="12973238"/>
            <a:ext cx="761392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964" name="False"/>
          <p:cNvSpPr txBox="1"/>
          <p:nvPr/>
        </p:nvSpPr>
        <p:spPr>
          <a:xfrm>
            <a:off x="12704524" y="11783554"/>
            <a:ext cx="82285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965" name="1"/>
          <p:cNvSpPr txBox="1"/>
          <p:nvPr/>
        </p:nvSpPr>
        <p:spPr>
          <a:xfrm>
            <a:off x="15208232" y="9394533"/>
            <a:ext cx="347321" cy="597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3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pic>
        <p:nvPicPr>
          <p:cNvPr id="966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15642686">
            <a:off x="14234098" y="11257956"/>
            <a:ext cx="2796511" cy="352235"/>
          </a:xfrm>
          <a:prstGeom prst="rect">
            <a:avLst/>
          </a:prstGeom>
        </p:spPr>
      </p:pic>
      <p:sp>
        <p:nvSpPr>
          <p:cNvPr id="968" name="A310"/>
          <p:cNvSpPr txBox="1"/>
          <p:nvPr/>
        </p:nvSpPr>
        <p:spPr>
          <a:xfrm>
            <a:off x="20891698" y="8664158"/>
            <a:ext cx="77172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969" name="Line Line" descr="Line Line"/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 rot="10800000">
            <a:off x="18489700" y="9285040"/>
            <a:ext cx="5153198" cy="76201"/>
          </a:xfrm>
          <a:prstGeom prst="rect">
            <a:avLst/>
          </a:prstGeom>
        </p:spPr>
      </p:pic>
      <p:sp>
        <p:nvSpPr>
          <p:cNvPr id="971" name="None"/>
          <p:cNvSpPr txBox="1"/>
          <p:nvPr/>
        </p:nvSpPr>
        <p:spPr>
          <a:xfrm>
            <a:off x="22285397" y="8664158"/>
            <a:ext cx="81811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972" name="0"/>
          <p:cNvSpPr txBox="1"/>
          <p:nvPr/>
        </p:nvSpPr>
        <p:spPr>
          <a:xfrm>
            <a:off x="20676489" y="9394533"/>
            <a:ext cx="347321" cy="597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3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0</a:t>
            </a:r>
          </a:p>
        </p:txBody>
      </p:sp>
      <p:sp>
        <p:nvSpPr>
          <p:cNvPr id="973" name="def _altura(self, no):…"/>
          <p:cNvSpPr txBox="1"/>
          <p:nvPr/>
        </p:nvSpPr>
        <p:spPr>
          <a:xfrm>
            <a:off x="19165555" y="10868062"/>
            <a:ext cx="3802982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pic>
        <p:nvPicPr>
          <p:cNvPr id="974" name="Line Line" descr="Line Line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 rot="10800000">
            <a:off x="22937359" y="10933236"/>
            <a:ext cx="791528" cy="352235"/>
          </a:xfrm>
          <a:prstGeom prst="rect">
            <a:avLst/>
          </a:prstGeom>
        </p:spPr>
      </p:pic>
      <p:sp>
        <p:nvSpPr>
          <p:cNvPr id="976" name="E070"/>
          <p:cNvSpPr txBox="1"/>
          <p:nvPr/>
        </p:nvSpPr>
        <p:spPr>
          <a:xfrm>
            <a:off x="22074610" y="10558769"/>
            <a:ext cx="761392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977" name="True"/>
          <p:cNvSpPr txBox="1"/>
          <p:nvPr/>
        </p:nvSpPr>
        <p:spPr>
          <a:xfrm>
            <a:off x="19139960" y="11314505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pic>
        <p:nvPicPr>
          <p:cNvPr id="978" name="Line Line" descr="Line Line"/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 rot="14747564">
            <a:off x="20462762" y="10744805"/>
            <a:ext cx="1844101" cy="352234"/>
          </a:xfrm>
          <a:prstGeom prst="rect">
            <a:avLst/>
          </a:prstGeom>
        </p:spPr>
      </p:pic>
      <p:sp>
        <p:nvSpPr>
          <p:cNvPr id="980" name="A310"/>
          <p:cNvSpPr txBox="1"/>
          <p:nvPr/>
        </p:nvSpPr>
        <p:spPr>
          <a:xfrm>
            <a:off x="11806135" y="8158311"/>
            <a:ext cx="77173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981" name="2"/>
          <p:cNvSpPr txBox="1"/>
          <p:nvPr/>
        </p:nvSpPr>
        <p:spPr>
          <a:xfrm>
            <a:off x="13245176" y="8000726"/>
            <a:ext cx="347320" cy="597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3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pic>
        <p:nvPicPr>
          <p:cNvPr id="982" name="Line Line" descr="Line Line"/>
          <p:cNvPicPr>
            <a:picLocks/>
          </p:cNvPicPr>
          <p:nvPr/>
        </p:nvPicPr>
        <p:blipFill>
          <a:blip r:embed="rId12"/>
          <a:stretch>
            <a:fillRect/>
          </a:stretch>
        </p:blipFill>
        <p:spPr>
          <a:xfrm rot="13035698">
            <a:off x="4207984" y="5879167"/>
            <a:ext cx="7988198" cy="352235"/>
          </a:xfrm>
          <a:prstGeom prst="rect">
            <a:avLst/>
          </a:prstGeom>
        </p:spPr>
      </p:pic>
      <p:sp>
        <p:nvSpPr>
          <p:cNvPr id="984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0" fill="hold"/>
                                        <p:tgtEl>
                                          <p:spTgt spid="9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0" fill="hold"/>
                                        <p:tgtEl>
                                          <p:spTgt spid="9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mph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 fill="hold"/>
                                        <p:tgtEl>
                                          <p:spTgt spid="92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0"/>
                                      </p:to>
                                    </p:set>
                                    <p:animEffect filter="image" prLst="opacity: 0.20; ">
                                      <p:cBhvr>
                                        <p:cTn id="13" dur="indefinite" fill="hold"/>
                                        <p:tgtEl>
                                          <p:spTgt spid="9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1000"/>
                                        <p:tgtEl>
                                          <p:spTgt spid="9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3" presetClass="entr" presetSubtype="16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9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3" presetClass="entr" presetSubtype="16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9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3" presetClass="entr" presetSubtype="16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9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2500" fill="hold"/>
                                        <p:tgtEl>
                                          <p:spTgt spid="9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0"/>
                            </p:stCondLst>
                            <p:childTnLst>
                              <p:par>
                                <p:cTn id="37" presetID="22" presetClass="entr" presetSubtype="8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600"/>
                                        <p:tgtEl>
                                          <p:spTgt spid="9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100"/>
                            </p:stCondLst>
                            <p:childTnLst>
                              <p:par>
                                <p:cTn id="41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9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100"/>
                            </p:stCondLst>
                            <p:childTnLst>
                              <p:par>
                                <p:cTn id="46" presetID="23" presetClass="entr" presetSubtype="16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" fill="hold"/>
                                        <p:tgtEl>
                                          <p:spTgt spid="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9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9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100"/>
                            </p:stCondLst>
                            <p:childTnLst>
                              <p:par>
                                <p:cTn id="51" presetID="23" presetClass="entr" presetSubtype="16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9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9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6100"/>
                            </p:stCondLst>
                            <p:childTnLst>
                              <p:par>
                                <p:cTn id="56" presetID="23" presetClass="entr" presetSubtype="16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7" fill="hold"/>
                                        <p:tgtEl>
                                          <p:spTgt spid="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2500" fill="hold"/>
                                        <p:tgtEl>
                                          <p:spTgt spid="9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2500" fill="hold"/>
                                        <p:tgtEl>
                                          <p:spTgt spid="9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1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600"/>
                                        <p:tgtEl>
                                          <p:spTgt spid="9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600"/>
                            </p:stCondLst>
                            <p:childTnLst>
                              <p:par>
                                <p:cTn id="66" presetID="23" presetClass="entr" presetSubtype="16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7" fill="hold"/>
                                        <p:tgtEl>
                                          <p:spTgt spid="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9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9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9" presetClass="exit" fill="hold" grpId="1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3" dur="900" fill="hold"/>
                                        <p:tgtEl>
                                          <p:spTgt spid="9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900"/>
                            </p:stCondLst>
                            <p:childTnLst>
                              <p:par>
                                <p:cTn id="76" presetID="9" presetClass="exit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7" dur="500" fill="hold"/>
                                        <p:tgtEl>
                                          <p:spTgt spid="9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400"/>
                            </p:stCondLst>
                            <p:childTnLst>
                              <p:par>
                                <p:cTn id="80" presetID="9" presetClass="exit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1" dur="800" fill="hold"/>
                                        <p:tgtEl>
                                          <p:spTgt spid="9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2200"/>
                            </p:stCondLst>
                            <p:childTnLst>
                              <p:par>
                                <p:cTn id="84" presetID="9" presetClass="exit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5" dur="900" fill="hold"/>
                                        <p:tgtEl>
                                          <p:spTgt spid="9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3100"/>
                            </p:stCondLst>
                            <p:childTnLst>
                              <p:par>
                                <p:cTn id="88" presetID="9" presetClass="exit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9" dur="500" fill="hold"/>
                                        <p:tgtEl>
                                          <p:spTgt spid="9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3600"/>
                            </p:stCondLst>
                            <p:childTnLst>
                              <p:par>
                                <p:cTn id="92" presetID="9" presetClass="exit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3" dur="900" fill="hold"/>
                                        <p:tgtEl>
                                          <p:spTgt spid="9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4500"/>
                            </p:stCondLst>
                            <p:childTnLst>
                              <p:par>
                                <p:cTn id="96" presetID="9" presetClass="exit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7" dur="900" fill="hold"/>
                                        <p:tgtEl>
                                          <p:spTgt spid="9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8" fill="hold" grpId="2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2" fill="hold"/>
                                        <p:tgtEl>
                                          <p:spTgt spid="9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1000"/>
                                        <p:tgtEl>
                                          <p:spTgt spid="9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3" presetClass="entr" presetSubtype="16" fill="hold" grpId="2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7" fill="hold"/>
                                        <p:tgtEl>
                                          <p:spTgt spid="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1000" fill="hold"/>
                                        <p:tgtEl>
                                          <p:spTgt spid="9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1000" fill="hold"/>
                                        <p:tgtEl>
                                          <p:spTgt spid="9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1" presetID="23" presetClass="entr" presetSubtype="16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2" fill="hold"/>
                                        <p:tgtEl>
                                          <p:spTgt spid="9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3" dur="1000" fill="hold"/>
                                        <p:tgtEl>
                                          <p:spTgt spid="9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1000" fill="hold"/>
                                        <p:tgtEl>
                                          <p:spTgt spid="9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23" presetClass="entr" presetSubtype="16" fill="hold" grpId="2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9" dur="1000" fill="hold"/>
                                        <p:tgtEl>
                                          <p:spTgt spid="9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1000" fill="hold"/>
                                        <p:tgtEl>
                                          <p:spTgt spid="9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2" presetID="22" presetClass="entr" presetSubtype="8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3" fill="hold"/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4" dur="600"/>
                                        <p:tgtEl>
                                          <p:spTgt spid="9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1600"/>
                            </p:stCondLst>
                            <p:childTnLst>
                              <p:par>
                                <p:cTn id="126" presetID="23" presetClass="entr" presetSubtype="16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8" dur="1000" fill="hold"/>
                                        <p:tgtEl>
                                          <p:spTgt spid="9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1000" fill="hold"/>
                                        <p:tgtEl>
                                          <p:spTgt spid="9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2600"/>
                            </p:stCondLst>
                            <p:childTnLst>
                              <p:par>
                                <p:cTn id="131" presetID="23" presetClass="entr" presetSubtype="16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2" fill="hold"/>
                                        <p:tgtEl>
                                          <p:spTgt spid="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3" dur="1000" fill="hold"/>
                                        <p:tgtEl>
                                          <p:spTgt spid="9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1000" fill="hold"/>
                                        <p:tgtEl>
                                          <p:spTgt spid="9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3600"/>
                            </p:stCondLst>
                            <p:childTnLst>
                              <p:par>
                                <p:cTn id="136" presetID="23" presetClass="entr" presetSubtype="16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7" fill="hold"/>
                                        <p:tgtEl>
                                          <p:spTgt spid="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8" dur="600" fill="hold"/>
                                        <p:tgtEl>
                                          <p:spTgt spid="9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00" fill="hold"/>
                                        <p:tgtEl>
                                          <p:spTgt spid="9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4200"/>
                            </p:stCondLst>
                            <p:childTnLst>
                              <p:par>
                                <p:cTn id="141" presetID="23" presetClass="entr" presetSubtype="16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2" fill="hold"/>
                                        <p:tgtEl>
                                          <p:spTgt spid="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3" dur="2500" fill="hold"/>
                                        <p:tgtEl>
                                          <p:spTgt spid="9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2500" fill="hold"/>
                                        <p:tgtEl>
                                          <p:spTgt spid="9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9" presetClass="exit" fill="hold" grpId="3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48" dur="800" fill="hold"/>
                                        <p:tgtEl>
                                          <p:spTgt spid="9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9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800"/>
                            </p:stCondLst>
                            <p:childTnLst>
                              <p:par>
                                <p:cTn id="151" presetID="9" presetClass="exit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2" dur="900" fill="hold"/>
                                        <p:tgtEl>
                                          <p:spTgt spid="9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3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1700"/>
                            </p:stCondLst>
                            <p:childTnLst>
                              <p:par>
                                <p:cTn id="155" presetID="9" presetClass="exit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6" dur="500" fill="hold"/>
                                        <p:tgtEl>
                                          <p:spTgt spid="9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2200"/>
                            </p:stCondLst>
                            <p:childTnLst>
                              <p:par>
                                <p:cTn id="159" presetID="9" presetClass="exit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0" dur="800" fill="hold"/>
                                        <p:tgtEl>
                                          <p:spTgt spid="9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000"/>
                            </p:stCondLst>
                            <p:childTnLst>
                              <p:par>
                                <p:cTn id="163" presetID="9" presetClass="exit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4" dur="800" fill="hold"/>
                                        <p:tgtEl>
                                          <p:spTgt spid="9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5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23" presetClass="entr" presetSubtype="16" fill="hold" grpId="3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9" fill="hold"/>
                                        <p:tgtEl>
                                          <p:spTgt spid="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0" dur="1000" fill="hold"/>
                                        <p:tgtEl>
                                          <p:spTgt spid="9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1000" fill="hold"/>
                                        <p:tgtEl>
                                          <p:spTgt spid="9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1000"/>
                            </p:stCondLst>
                            <p:childTnLst>
                              <p:par>
                                <p:cTn id="173" presetID="23" presetClass="entr" presetSubtype="16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4" fill="hold"/>
                                        <p:tgtEl>
                                          <p:spTgt spid="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5" dur="1000" fill="hold"/>
                                        <p:tgtEl>
                                          <p:spTgt spid="9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1000" fill="hold"/>
                                        <p:tgtEl>
                                          <p:spTgt spid="9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23" presetClass="entr" presetSubtype="16" fill="hold" grpId="3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0" fill="hold"/>
                                        <p:tgtEl>
                                          <p:spTgt spid="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600" fill="hold"/>
                                        <p:tgtEl>
                                          <p:spTgt spid="9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600" fill="hold"/>
                                        <p:tgtEl>
                                          <p:spTgt spid="9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600"/>
                            </p:stCondLst>
                            <p:childTnLst>
                              <p:par>
                                <p:cTn id="184" presetID="23" presetClass="entr" presetSubtype="16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5" fill="hold"/>
                                        <p:tgtEl>
                                          <p:spTgt spid="9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6" dur="1000" fill="hold"/>
                                        <p:tgtEl>
                                          <p:spTgt spid="9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7" dur="1000" fill="hold"/>
                                        <p:tgtEl>
                                          <p:spTgt spid="9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9" presetClass="exit" fill="hold" grpId="3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1" dur="500" fill="hold"/>
                                        <p:tgtEl>
                                          <p:spTgt spid="9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500"/>
                            </p:stCondLst>
                            <p:childTnLst>
                              <p:par>
                                <p:cTn id="194" presetID="9" presetClass="exit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5" dur="500" fill="hold"/>
                                        <p:tgtEl>
                                          <p:spTgt spid="9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1000"/>
                            </p:stCondLst>
                            <p:childTnLst>
                              <p:par>
                                <p:cTn id="198" presetID="9" presetClass="exit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9" dur="500" fill="hold"/>
                                        <p:tgtEl>
                                          <p:spTgt spid="9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1500"/>
                            </p:stCondLst>
                            <p:childTnLst>
                              <p:par>
                                <p:cTn id="202" presetID="9" presetClass="exit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3" dur="500" fill="hold"/>
                                        <p:tgtEl>
                                          <p:spTgt spid="9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9" presetClass="exit" fill="hold" grpId="4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8" dur="500" fill="hold"/>
                                        <p:tgtEl>
                                          <p:spTgt spid="9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0" fill="hold">
                            <p:stCondLst>
                              <p:cond delay="500"/>
                            </p:stCondLst>
                            <p:childTnLst>
                              <p:par>
                                <p:cTn id="211" presetID="9" presetClass="exit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2" dur="800" fill="hold"/>
                                        <p:tgtEl>
                                          <p:spTgt spid="9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3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4" fill="hold">
                      <p:stCondLst>
                        <p:cond delay="indefinite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9" presetClass="exit" fill="hold" grpId="4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7" dur="800" fill="hold"/>
                                        <p:tgtEl>
                                          <p:spTgt spid="9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8" grpId="2" animBg="1" advAuto="0"/>
      <p:bldP spid="953" grpId="1" animBg="1" advAuto="0"/>
      <p:bldP spid="954" grpId="4" animBg="1" advAuto="0"/>
      <p:bldP spid="954" grpId="39" animBg="1" advAuto="0"/>
      <p:bldP spid="955" grpId="3" animBg="1" advAuto="0"/>
      <p:bldP spid="957" grpId="5" animBg="1" advAuto="0"/>
      <p:bldP spid="957" grpId="40" animBg="1" advAuto="0"/>
      <p:bldP spid="958" grpId="6" animBg="1" advAuto="0"/>
      <p:bldP spid="958" grpId="20" animBg="1" advAuto="0"/>
      <p:bldP spid="959" grpId="11" animBg="1" advAuto="0"/>
      <p:bldP spid="959" grpId="19" animBg="1" advAuto="0"/>
      <p:bldP spid="960" grpId="7" animBg="1" advAuto="0"/>
      <p:bldP spid="960" grpId="16" animBg="1" advAuto="0"/>
      <p:bldP spid="962" grpId="8" animBg="1" advAuto="0"/>
      <p:bldP spid="962" grpId="15" animBg="1" advAuto="0"/>
      <p:bldP spid="963" grpId="10" animBg="1" advAuto="0"/>
      <p:bldP spid="963" grpId="18" animBg="1" advAuto="0"/>
      <p:bldP spid="964" grpId="9" animBg="1" advAuto="0"/>
      <p:bldP spid="964" grpId="17" animBg="1" advAuto="0"/>
      <p:bldP spid="965" grpId="13" animBg="1" advAuto="0"/>
      <p:bldP spid="966" grpId="12" animBg="1" advAuto="0"/>
      <p:bldP spid="966" grpId="14" animBg="1" advAuto="0"/>
      <p:bldP spid="968" grpId="22" animBg="1" advAuto="0"/>
      <p:bldP spid="968" grpId="41" animBg="1" advAuto="0"/>
      <p:bldP spid="969" grpId="21" animBg="1" advAuto="0"/>
      <p:bldP spid="971" grpId="23" animBg="1" advAuto="0"/>
      <p:bldP spid="971" grpId="42" animBg="1" advAuto="0"/>
      <p:bldP spid="972" grpId="29" animBg="1" advAuto="0"/>
      <p:bldP spid="973" grpId="24" animBg="1" advAuto="0"/>
      <p:bldP spid="973" grpId="34" animBg="1" advAuto="0"/>
      <p:bldP spid="974" grpId="25" animBg="1" advAuto="0"/>
      <p:bldP spid="974" grpId="33" animBg="1" advAuto="0"/>
      <p:bldP spid="976" grpId="26" animBg="1" advAuto="0"/>
      <p:bldP spid="976" grpId="32" animBg="1" advAuto="0"/>
      <p:bldP spid="977" grpId="27" animBg="1" advAuto="0"/>
      <p:bldP spid="977" grpId="31" animBg="1" advAuto="0"/>
      <p:bldP spid="978" grpId="28" animBg="1" advAuto="0"/>
      <p:bldP spid="978" grpId="30" animBg="1" advAuto="0"/>
      <p:bldP spid="980" grpId="36" animBg="1" advAuto="0"/>
      <p:bldP spid="980" grpId="43" animBg="1" advAuto="0"/>
      <p:bldP spid="981" grpId="35" animBg="1" advAuto="0"/>
      <p:bldP spid="981" grpId="44" animBg="1" advAuto="0"/>
      <p:bldP spid="982" grpId="37" animBg="1" advAuto="0"/>
      <p:bldP spid="982" grpId="45" animBg="1" advAuto="0"/>
      <p:bldP spid="984" grpId="38" animBg="1" advAuto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987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135352" y="2344285"/>
            <a:ext cx="1349835" cy="76201"/>
          </a:xfrm>
          <a:prstGeom prst="rect">
            <a:avLst/>
          </a:prstGeom>
        </p:spPr>
      </p:pic>
      <p:sp>
        <p:nvSpPr>
          <p:cNvPr id="989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grpSp>
        <p:nvGrpSpPr>
          <p:cNvPr id="1007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990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991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992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993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994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995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996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998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000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001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002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003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005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010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008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009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1011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grpSp>
        <p:nvGrpSpPr>
          <p:cNvPr id="1029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012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013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014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015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016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017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018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020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022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023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024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025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027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030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035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031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032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033" name="Line Line" descr="Line Lin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036" name="############################# altura…"/>
          <p:cNvSpPr txBox="1"/>
          <p:nvPr/>
        </p:nvSpPr>
        <p:spPr>
          <a:xfrm>
            <a:off x="10758073" y="7988026"/>
            <a:ext cx="13192349" cy="1346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 </a:t>
            </a:r>
            <a:r>
              <a:t>############################# altura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t>no_atual.altura = </a:t>
            </a:r>
            <a:r>
              <a:rPr>
                <a:solidFill>
                  <a:srgbClr val="1750EB"/>
                </a:solidFill>
              </a:rPr>
              <a:t>1 </a:t>
            </a:r>
            <a:r>
              <a:t>+ 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11480"/>
                </a:solidFill>
              </a:rPr>
              <a:t>max</a:t>
            </a:r>
            <a:r>
              <a:t>(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._altura(no_atual.esquerda),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._altura(no_atual.direita) )</a:t>
            </a:r>
          </a:p>
        </p:txBody>
      </p:sp>
      <p:sp>
        <p:nvSpPr>
          <p:cNvPr id="1037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038" name="############################# Fator Balanceamento…"/>
          <p:cNvSpPr txBox="1"/>
          <p:nvPr/>
        </p:nvSpPr>
        <p:spPr>
          <a:xfrm>
            <a:off x="10711289" y="5897912"/>
            <a:ext cx="12354013" cy="774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</a:t>
            </a:r>
            <a:r>
              <a:t>############################# Fator Balanceamento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0000"/>
                </a:solidFill>
              </a:rPr>
              <a:t>balanceamento </a:t>
            </a:r>
            <a:r>
              <a:t>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._balanceamento(no_atual)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t> </a:t>
            </a:r>
            <a:r>
              <a:rPr>
                <a:solidFill>
                  <a:srgbClr val="080808"/>
                </a:solidFill>
              </a:rPr>
              <a:t>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&lt;</a:t>
            </a:r>
            <a:r>
              <a:rPr>
                <a:solidFill>
                  <a:srgbClr val="080808"/>
                </a:solidFill>
              </a:rPr>
              <a:t> -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 </a:t>
            </a:r>
            <a:r>
              <a:rPr i="1">
                <a:solidFill>
                  <a:srgbClr val="8C8C8C"/>
                </a:solidFill>
              </a:rPr>
              <a:t># rotação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&lt; no_atual.esquerda.valor: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._rotacao_esquerda(no_atual.esquerda)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&gt;</a:t>
            </a:r>
            <a:r>
              <a:rPr>
                <a:solidFill>
                  <a:srgbClr val="080808"/>
                </a:solidFill>
              </a:rPr>
              <a:t> 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&gt; no_atual.direita.valor: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._rotacao_direita(no_atual.direita)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no_atual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" presetClass="emp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" dur="1000" fill="hold"/>
                                        <p:tgtEl>
                                          <p:spTgt spid="989"/>
                                        </p:tgtEl>
                                      </p:cBhvr>
                                      <p:by x="60129" y="60129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-1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000 0.000000 L -0.089177 -0.086723" pathEditMode="relative">
                                      <p:cBhvr>
                                        <p:cTn id="15" dur="1000" fill="hold"/>
                                        <p:tgtEl>
                                          <p:spTgt spid="9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" presetClass="emph" presetSubtype="0" accel="50000" decel="5000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" dur="1000" fill="hold"/>
                                        <p:tgtEl>
                                          <p:spTgt spid="1011"/>
                                        </p:tgtEl>
                                      </p:cBhvr>
                                      <p:by x="59784" y="59784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-1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000 0.000000 L -0.104167 -0.176852" pathEditMode="relative">
                                      <p:cBhvr>
                                        <p:cTn id="21" dur="1000" fill="hold"/>
                                        <p:tgtEl>
                                          <p:spTgt spid="10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6" presetClass="emph" presetSubtype="0" accel="50000" decel="50000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1000" fill="hold"/>
                                        <p:tgtEl>
                                          <p:spTgt spid="1036"/>
                                        </p:tgtEl>
                                      </p:cBhvr>
                                      <p:by x="59525" y="59525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-1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000 0.000000 L -0.104167 -0.259259" pathEditMode="relative">
                                      <p:cBhvr>
                                        <p:cTn id="27" dur="1000" fill="hold"/>
                                        <p:tgtEl>
                                          <p:spTgt spid="10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3" presetClass="entr" presetSubtype="16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2500" fill="hold"/>
                                        <p:tgtEl>
                                          <p:spTgt spid="10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9" grpId="2" animBg="1" advAuto="0"/>
      <p:bldP spid="1011" grpId="4" animBg="1" advAuto="0"/>
      <p:bldP spid="1036" grpId="6" animBg="1" advAuto="0"/>
      <p:bldP spid="1037" grpId="1" animBg="1" advAuto="0"/>
      <p:bldP spid="1038" grpId="8" animBg="1" advAuto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1041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135352" y="2344285"/>
            <a:ext cx="1349835" cy="76201"/>
          </a:xfrm>
          <a:prstGeom prst="rect">
            <a:avLst/>
          </a:prstGeom>
        </p:spPr>
      </p:pic>
      <p:sp>
        <p:nvSpPr>
          <p:cNvPr id="1043" name="def adicionar_no(self, valor):…"/>
          <p:cNvSpPr txBox="1"/>
          <p:nvPr/>
        </p:nvSpPr>
        <p:spPr>
          <a:xfrm>
            <a:off x="10630276" y="739775"/>
            <a:ext cx="5784504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grpSp>
        <p:nvGrpSpPr>
          <p:cNvPr id="1061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044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045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04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04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04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04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050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052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054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055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056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057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059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064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062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063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1065" name="def _adicionar_no_folha(self, no_atual, valor):…"/>
          <p:cNvSpPr txBox="1"/>
          <p:nvPr/>
        </p:nvSpPr>
        <p:spPr>
          <a:xfrm>
            <a:off x="10636815" y="2602802"/>
            <a:ext cx="7247781" cy="210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grpSp>
        <p:nvGrpSpPr>
          <p:cNvPr id="1083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066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067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068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069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070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071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072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074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076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077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078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079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081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084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089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085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086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087" name="Line Line" descr="Line Lin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090" name="############################# altura…"/>
          <p:cNvSpPr txBox="1"/>
          <p:nvPr/>
        </p:nvSpPr>
        <p:spPr>
          <a:xfrm>
            <a:off x="10736961" y="4660626"/>
            <a:ext cx="7247782" cy="889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 </a:t>
            </a:r>
            <a:r>
              <a:t>############################# altura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t>no_atual.altura = </a:t>
            </a:r>
            <a:r>
              <a:rPr>
                <a:solidFill>
                  <a:srgbClr val="1750EB"/>
                </a:solidFill>
              </a:rPr>
              <a:t>1 </a:t>
            </a:r>
            <a:r>
              <a:t>+ 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11480"/>
                </a:solidFill>
              </a:rPr>
              <a:t>max</a:t>
            </a:r>
            <a:r>
              <a:t>(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._altura(no_atual.esquerda),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._altura(no_atual.direita) )</a:t>
            </a:r>
          </a:p>
        </p:txBody>
      </p:sp>
      <p:sp>
        <p:nvSpPr>
          <p:cNvPr id="1091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pic>
        <p:nvPicPr>
          <p:cNvPr id="1092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9148744" y="6431629"/>
            <a:ext cx="791527" cy="352234"/>
          </a:xfrm>
          <a:prstGeom prst="rect">
            <a:avLst/>
          </a:prstGeom>
        </p:spPr>
      </p:pic>
      <p:pic>
        <p:nvPicPr>
          <p:cNvPr id="1094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4757001" y="6769100"/>
            <a:ext cx="4262589" cy="76200"/>
          </a:xfrm>
          <a:prstGeom prst="rect">
            <a:avLst/>
          </a:prstGeom>
        </p:spPr>
      </p:pic>
      <p:sp>
        <p:nvSpPr>
          <p:cNvPr id="1096" name="A310"/>
          <p:cNvSpPr txBox="1"/>
          <p:nvPr/>
        </p:nvSpPr>
        <p:spPr>
          <a:xfrm>
            <a:off x="17780744" y="6152701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1097" name="Rectangle"/>
          <p:cNvSpPr/>
          <p:nvPr/>
        </p:nvSpPr>
        <p:spPr>
          <a:xfrm>
            <a:off x="10606974" y="262102"/>
            <a:ext cx="12903860" cy="5319540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1098" name="def _balanceamento(self, no):…"/>
          <p:cNvSpPr txBox="1"/>
          <p:nvPr/>
        </p:nvSpPr>
        <p:spPr>
          <a:xfrm>
            <a:off x="11085234" y="712072"/>
            <a:ext cx="11012674" cy="142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_balanceamento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chemeClr val="accent1">
                    <a:hueOff val="114395"/>
                    <a:lumOff val="-24975"/>
                  </a:schemeClr>
                </a:solidFill>
              </a:rPr>
              <a:t>return</a:t>
            </a:r>
            <a:r>
              <a:t>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 no.direita ) -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._altura(no.esquerda)</a:t>
            </a:r>
          </a:p>
        </p:txBody>
      </p:sp>
      <p:sp>
        <p:nvSpPr>
          <p:cNvPr id="1099" name="0"/>
          <p:cNvSpPr txBox="1"/>
          <p:nvPr/>
        </p:nvSpPr>
        <p:spPr>
          <a:xfrm>
            <a:off x="14082466" y="2003466"/>
            <a:ext cx="424993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0</a:t>
            </a:r>
          </a:p>
        </p:txBody>
      </p:sp>
      <p:sp>
        <p:nvSpPr>
          <p:cNvPr id="1100" name="1"/>
          <p:cNvSpPr txBox="1"/>
          <p:nvPr/>
        </p:nvSpPr>
        <p:spPr>
          <a:xfrm>
            <a:off x="19769956" y="2003466"/>
            <a:ext cx="424993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1101" name="-1"/>
          <p:cNvSpPr txBox="1"/>
          <p:nvPr/>
        </p:nvSpPr>
        <p:spPr>
          <a:xfrm>
            <a:off x="12034962" y="1901866"/>
            <a:ext cx="652425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-1</a:t>
            </a:r>
          </a:p>
        </p:txBody>
      </p:sp>
      <p:sp>
        <p:nvSpPr>
          <p:cNvPr id="1102" name="A310"/>
          <p:cNvSpPr txBox="1"/>
          <p:nvPr/>
        </p:nvSpPr>
        <p:spPr>
          <a:xfrm>
            <a:off x="15224910" y="343028"/>
            <a:ext cx="77173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1103" name="False"/>
          <p:cNvSpPr txBox="1"/>
          <p:nvPr/>
        </p:nvSpPr>
        <p:spPr>
          <a:xfrm>
            <a:off x="10921081" y="1052674"/>
            <a:ext cx="82285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1104" name="None"/>
          <p:cNvSpPr txBox="1"/>
          <p:nvPr/>
        </p:nvSpPr>
        <p:spPr>
          <a:xfrm>
            <a:off x="16043208" y="1448966"/>
            <a:ext cx="81810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105" name="def _altura(self, no):…"/>
          <p:cNvSpPr txBox="1"/>
          <p:nvPr/>
        </p:nvSpPr>
        <p:spPr>
          <a:xfrm>
            <a:off x="12937745" y="3126990"/>
            <a:ext cx="3802982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sp>
        <p:nvSpPr>
          <p:cNvPr id="1106" name="1"/>
          <p:cNvSpPr txBox="1"/>
          <p:nvPr/>
        </p:nvSpPr>
        <p:spPr>
          <a:xfrm>
            <a:off x="21049051" y="4803692"/>
            <a:ext cx="269648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1107" name="None"/>
          <p:cNvSpPr txBox="1"/>
          <p:nvPr/>
        </p:nvSpPr>
        <p:spPr>
          <a:xfrm>
            <a:off x="15846800" y="2817697"/>
            <a:ext cx="81810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108" name="E070"/>
          <p:cNvSpPr txBox="1"/>
          <p:nvPr/>
        </p:nvSpPr>
        <p:spPr>
          <a:xfrm>
            <a:off x="20062211" y="4788517"/>
            <a:ext cx="761391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109" name="True"/>
          <p:cNvSpPr txBox="1"/>
          <p:nvPr/>
        </p:nvSpPr>
        <p:spPr>
          <a:xfrm>
            <a:off x="12810551" y="3573434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sp>
        <p:nvSpPr>
          <p:cNvPr id="1110" name="def _altura(self, no):…"/>
          <p:cNvSpPr txBox="1"/>
          <p:nvPr/>
        </p:nvSpPr>
        <p:spPr>
          <a:xfrm>
            <a:off x="18321556" y="3131868"/>
            <a:ext cx="3802981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sp>
        <p:nvSpPr>
          <p:cNvPr id="1111" name="E070"/>
          <p:cNvSpPr txBox="1"/>
          <p:nvPr/>
        </p:nvSpPr>
        <p:spPr>
          <a:xfrm>
            <a:off x="21230611" y="2822574"/>
            <a:ext cx="761391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112" name="False"/>
          <p:cNvSpPr txBox="1"/>
          <p:nvPr/>
        </p:nvSpPr>
        <p:spPr>
          <a:xfrm>
            <a:off x="18194362" y="3578311"/>
            <a:ext cx="82285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pic>
        <p:nvPicPr>
          <p:cNvPr id="1113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3173955" y="2083672"/>
            <a:ext cx="4262589" cy="76201"/>
          </a:xfrm>
          <a:prstGeom prst="rect">
            <a:avLst/>
          </a:prstGeom>
        </p:spPr>
      </p:pic>
      <p:pic>
        <p:nvPicPr>
          <p:cNvPr id="1115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10800000">
            <a:off x="17671074" y="2083672"/>
            <a:ext cx="4262589" cy="76201"/>
          </a:xfrm>
          <a:prstGeom prst="rect">
            <a:avLst/>
          </a:prstGeom>
        </p:spPr>
      </p:pic>
      <p:sp>
        <p:nvSpPr>
          <p:cNvPr id="1117" name="E070"/>
          <p:cNvSpPr txBox="1"/>
          <p:nvPr/>
        </p:nvSpPr>
        <p:spPr>
          <a:xfrm>
            <a:off x="20498103" y="1448966"/>
            <a:ext cx="761392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pic>
        <p:nvPicPr>
          <p:cNvPr id="1118" name="Line Line" descr="Line Line"/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 rot="14363589">
            <a:off x="13982400" y="3126432"/>
            <a:ext cx="1877093" cy="352234"/>
          </a:xfrm>
          <a:prstGeom prst="rect">
            <a:avLst/>
          </a:prstGeom>
        </p:spPr>
      </p:pic>
      <p:pic>
        <p:nvPicPr>
          <p:cNvPr id="1120" name="Line Line" descr="Line Line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 rot="15415344">
            <a:off x="19298756" y="3459604"/>
            <a:ext cx="2304709" cy="352235"/>
          </a:xfrm>
          <a:prstGeom prst="rect">
            <a:avLst/>
          </a:prstGeom>
        </p:spPr>
      </p:pic>
      <p:sp>
        <p:nvSpPr>
          <p:cNvPr id="1122" name="-1"/>
          <p:cNvSpPr txBox="1"/>
          <p:nvPr/>
        </p:nvSpPr>
        <p:spPr>
          <a:xfrm>
            <a:off x="12034962" y="5824735"/>
            <a:ext cx="652425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-1</a:t>
            </a:r>
          </a:p>
        </p:txBody>
      </p:sp>
      <p:pic>
        <p:nvPicPr>
          <p:cNvPr id="1123" name="Line Line" descr="Line Line"/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10717473" y="4028697"/>
            <a:ext cx="3115182" cy="352235"/>
          </a:xfrm>
          <a:prstGeom prst="rect">
            <a:avLst/>
          </a:prstGeom>
        </p:spPr>
      </p:pic>
      <p:sp>
        <p:nvSpPr>
          <p:cNvPr id="1125" name="False"/>
          <p:cNvSpPr txBox="1"/>
          <p:nvPr/>
        </p:nvSpPr>
        <p:spPr>
          <a:xfrm>
            <a:off x="10404148" y="6766323"/>
            <a:ext cx="82286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1126" name="False"/>
          <p:cNvSpPr txBox="1"/>
          <p:nvPr/>
        </p:nvSpPr>
        <p:spPr>
          <a:xfrm>
            <a:off x="10404148" y="10017853"/>
            <a:ext cx="82286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1127" name="A310"/>
          <p:cNvSpPr txBox="1"/>
          <p:nvPr/>
        </p:nvSpPr>
        <p:spPr>
          <a:xfrm>
            <a:off x="12836116" y="12866547"/>
            <a:ext cx="77172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1128" name="############################# Fator Balanceamento…"/>
          <p:cNvSpPr txBox="1"/>
          <p:nvPr/>
        </p:nvSpPr>
        <p:spPr>
          <a:xfrm>
            <a:off x="10711289" y="5897912"/>
            <a:ext cx="12354013" cy="774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</a:t>
            </a:r>
            <a:r>
              <a:t>############################# Fator Balanceamento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0000"/>
                </a:solidFill>
              </a:rPr>
              <a:t>balanceamento </a:t>
            </a:r>
            <a:r>
              <a:t>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._balanceamento(no_atual)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t> </a:t>
            </a:r>
            <a:r>
              <a:rPr>
                <a:solidFill>
                  <a:srgbClr val="080808"/>
                </a:solidFill>
              </a:rPr>
              <a:t>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&lt;</a:t>
            </a:r>
            <a:r>
              <a:rPr>
                <a:solidFill>
                  <a:srgbClr val="080808"/>
                </a:solidFill>
              </a:rPr>
              <a:t> -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 </a:t>
            </a:r>
            <a:r>
              <a:rPr i="1">
                <a:solidFill>
                  <a:srgbClr val="8C8C8C"/>
                </a:solidFill>
              </a:rPr>
              <a:t># rotação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&lt; no_atual.esquerda.valor: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._rotacao_esquerda(no_atual.esquerda)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&gt;</a:t>
            </a:r>
            <a:r>
              <a:rPr>
                <a:solidFill>
                  <a:srgbClr val="080808"/>
                </a:solidFill>
              </a:rPr>
              <a:t> 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&gt; no_atual.direita.valor: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._rotacao_direita(no_atual.direita)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no_atual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2" presetClass="entr" presetSubtype="8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600"/>
                                        <p:tgtEl>
                                          <p:spTgt spid="10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0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0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3" presetClass="entr" presetSubtype="16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3" presetClass="entr" presetSubtype="16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1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0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0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23" presetClass="entr" presetSubtype="16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1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1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0"/>
                            </p:stCondLst>
                            <p:childTnLst>
                              <p:par>
                                <p:cTn id="40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1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1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1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2" presetClass="entr" presetSubtype="8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1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0"/>
                            </p:stCondLst>
                            <p:childTnLst>
                              <p:par>
                                <p:cTn id="49" presetID="23" presetClass="entr" presetSubtype="16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1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3" presetClass="entr" presetSubtype="16" fill="hold" grpId="1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6" fill="hold"/>
                                        <p:tgtEl>
                                          <p:spTgt spid="1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2500" fill="hold"/>
                                        <p:tgtEl>
                                          <p:spTgt spid="11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2500" fill="hold"/>
                                        <p:tgtEl>
                                          <p:spTgt spid="11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500"/>
                            </p:stCondLst>
                            <p:childTnLst>
                              <p:par>
                                <p:cTn id="60" presetID="23" presetClass="entr" presetSubtype="16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1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1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1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500"/>
                            </p:stCondLst>
                            <p:childTnLst>
                              <p:par>
                                <p:cTn id="65" presetID="23" presetClass="entr" presetSubtype="16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1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11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1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3" presetClass="entr" presetSubtype="16" fill="hold" grpId="1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" fill="hold"/>
                                        <p:tgtEl>
                                          <p:spTgt spid="1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11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1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600"/>
                            </p:stCondLst>
                            <p:childTnLst>
                              <p:par>
                                <p:cTn id="76" presetID="23" presetClass="entr" presetSubtype="16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7" fill="hold"/>
                                        <p:tgtEl>
                                          <p:spTgt spid="1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10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10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xit" fill="hold" grpId="1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3" dur="900" fill="hold"/>
                                        <p:tgtEl>
                                          <p:spTgt spid="11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900"/>
                            </p:stCondLst>
                            <p:childTnLst>
                              <p:par>
                                <p:cTn id="86" presetID="9" presetClass="exit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7" dur="500" fill="hold"/>
                                        <p:tgtEl>
                                          <p:spTgt spid="1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400"/>
                            </p:stCondLst>
                            <p:childTnLst>
                              <p:par>
                                <p:cTn id="90" presetID="9" presetClass="exit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1" dur="900" fill="hold"/>
                                        <p:tgtEl>
                                          <p:spTgt spid="11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2300"/>
                            </p:stCondLst>
                            <p:childTnLst>
                              <p:par>
                                <p:cTn id="94" presetID="9" presetClass="exit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5" dur="900" fill="hold"/>
                                        <p:tgtEl>
                                          <p:spTgt spid="1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2" presetClass="entr" presetSubtype="8" fill="hold" grpId="2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0" fill="hold"/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1000"/>
                                        <p:tgtEl>
                                          <p:spTgt spid="1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1000"/>
                            </p:stCondLst>
                            <p:childTnLst>
                              <p:par>
                                <p:cTn id="103" presetID="23" presetClass="entr" presetSubtype="16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4" fill="hold"/>
                                        <p:tgtEl>
                                          <p:spTgt spid="1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11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11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3" presetClass="entr" presetSubtype="16" fill="hold" grpId="2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0" fill="hold"/>
                                        <p:tgtEl>
                                          <p:spTgt spid="1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" dur="2500" fill="hold"/>
                                        <p:tgtEl>
                                          <p:spTgt spid="11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2500" fill="hold"/>
                                        <p:tgtEl>
                                          <p:spTgt spid="11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2500"/>
                            </p:stCondLst>
                            <p:childTnLst>
                              <p:par>
                                <p:cTn id="114" presetID="23" presetClass="entr" presetSubtype="16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5" fill="hold"/>
                                        <p:tgtEl>
                                          <p:spTgt spid="1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6" dur="1000" fill="hold"/>
                                        <p:tgtEl>
                                          <p:spTgt spid="11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1000" fill="hold"/>
                                        <p:tgtEl>
                                          <p:spTgt spid="11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19" presetID="23" presetClass="entr" presetSubtype="16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0" fill="hold"/>
                                        <p:tgtEl>
                                          <p:spTgt spid="1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1000" fill="hold"/>
                                        <p:tgtEl>
                                          <p:spTgt spid="11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1000" fill="hold"/>
                                        <p:tgtEl>
                                          <p:spTgt spid="11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4500"/>
                            </p:stCondLst>
                            <p:childTnLst>
                              <p:par>
                                <p:cTn id="124" presetID="23" presetClass="entr" presetSubtype="16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5" fill="hold"/>
                                        <p:tgtEl>
                                          <p:spTgt spid="1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6" dur="1000" fill="hold"/>
                                        <p:tgtEl>
                                          <p:spTgt spid="1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1000" fill="hold"/>
                                        <p:tgtEl>
                                          <p:spTgt spid="1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5500"/>
                            </p:stCondLst>
                            <p:childTnLst>
                              <p:par>
                                <p:cTn id="129" presetID="23" presetClass="entr" presetSubtype="16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1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1" dur="1000" fill="hold"/>
                                        <p:tgtEl>
                                          <p:spTgt spid="11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1000" fill="hold"/>
                                        <p:tgtEl>
                                          <p:spTgt spid="11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3" presetClass="entr" presetSubtype="16" fill="hold" grpId="2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6" fill="hold"/>
                                        <p:tgtEl>
                                          <p:spTgt spid="1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7" dur="600" fill="hold"/>
                                        <p:tgtEl>
                                          <p:spTgt spid="11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600" fill="hold"/>
                                        <p:tgtEl>
                                          <p:spTgt spid="11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600"/>
                            </p:stCondLst>
                            <p:childTnLst>
                              <p:par>
                                <p:cTn id="140" presetID="23" presetClass="entr" presetSubtype="16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1" fill="hold"/>
                                        <p:tgtEl>
                                          <p:spTgt spid="1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1000" fill="hold"/>
                                        <p:tgtEl>
                                          <p:spTgt spid="11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1000" fill="hold"/>
                                        <p:tgtEl>
                                          <p:spTgt spid="11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9" presetClass="exit" fill="hold" grpId="2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47" dur="800" fill="hold"/>
                                        <p:tgtEl>
                                          <p:spTgt spid="11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800"/>
                            </p:stCondLst>
                            <p:childTnLst>
                              <p:par>
                                <p:cTn id="150" presetID="9" presetClass="exit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1" dur="900" fill="hold"/>
                                        <p:tgtEl>
                                          <p:spTgt spid="11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1700"/>
                            </p:stCondLst>
                            <p:childTnLst>
                              <p:par>
                                <p:cTn id="154" presetID="9" presetClass="exit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5" dur="500" fill="hold"/>
                                        <p:tgtEl>
                                          <p:spTgt spid="1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2200"/>
                            </p:stCondLst>
                            <p:childTnLst>
                              <p:par>
                                <p:cTn id="158" presetID="9" presetClass="exit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9" dur="500" fill="hold"/>
                                        <p:tgtEl>
                                          <p:spTgt spid="1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2700"/>
                            </p:stCondLst>
                            <p:childTnLst>
                              <p:par>
                                <p:cTn id="162" presetID="9" presetClass="exit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3" dur="900" fill="hold"/>
                                        <p:tgtEl>
                                          <p:spTgt spid="1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4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" fill="hold">
                            <p:stCondLst>
                              <p:cond delay="3600"/>
                            </p:stCondLst>
                            <p:childTnLst>
                              <p:par>
                                <p:cTn id="166" presetID="9" presetClass="exit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7" dur="900" fill="hold"/>
                                        <p:tgtEl>
                                          <p:spTgt spid="1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>
                      <p:stCondLst>
                        <p:cond delay="indefinite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23" presetClass="entr" presetSubtype="16" fill="hold" grpId="3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2" fill="hold"/>
                                        <p:tgtEl>
                                          <p:spTgt spid="1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3" dur="1000" fill="hold"/>
                                        <p:tgtEl>
                                          <p:spTgt spid="1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1000" fill="hold"/>
                                        <p:tgtEl>
                                          <p:spTgt spid="1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23" presetClass="entr" presetSubtype="16" fill="hold" grpId="3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8" fill="hold"/>
                                        <p:tgtEl>
                                          <p:spTgt spid="1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9" dur="600" fill="hold"/>
                                        <p:tgtEl>
                                          <p:spTgt spid="11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600" fill="hold"/>
                                        <p:tgtEl>
                                          <p:spTgt spid="11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" fill="hold">
                            <p:stCondLst>
                              <p:cond delay="600"/>
                            </p:stCondLst>
                            <p:childTnLst>
                              <p:par>
                                <p:cTn id="182" presetID="23" presetClass="entr" presetSubtype="16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3" fill="hold"/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4" dur="1000" fill="hold"/>
                                        <p:tgtEl>
                                          <p:spTgt spid="11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1000" fill="hold"/>
                                        <p:tgtEl>
                                          <p:spTgt spid="11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6" fill="hold">
                      <p:stCondLst>
                        <p:cond delay="indefinite"/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9" presetClass="exit" fill="hold" grpId="3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89" dur="900" fill="hold"/>
                                        <p:tgtEl>
                                          <p:spTgt spid="11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0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" fill="hold">
                            <p:stCondLst>
                              <p:cond delay="900"/>
                            </p:stCondLst>
                            <p:childTnLst>
                              <p:par>
                                <p:cTn id="192" presetID="9" presetClass="exit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3" dur="900" fill="hold"/>
                                        <p:tgtEl>
                                          <p:spTgt spid="11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4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" fill="hold">
                            <p:stCondLst>
                              <p:cond delay="1800"/>
                            </p:stCondLst>
                            <p:childTnLst>
                              <p:par>
                                <p:cTn id="196" presetID="9" presetClass="exit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7" dur="800" fill="hold"/>
                                        <p:tgtEl>
                                          <p:spTgt spid="10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2600"/>
                            </p:stCondLst>
                            <p:childTnLst>
                              <p:par>
                                <p:cTn id="200" presetID="9" presetClass="exit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1" dur="800" fill="hold"/>
                                        <p:tgtEl>
                                          <p:spTgt spid="1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2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3400"/>
                            </p:stCondLst>
                            <p:childTnLst>
                              <p:par>
                                <p:cTn id="204" presetID="9" presetClass="exit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5" dur="800" fill="hold"/>
                                        <p:tgtEl>
                                          <p:spTgt spid="11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200"/>
                            </p:stCondLst>
                            <p:childTnLst>
                              <p:par>
                                <p:cTn id="208" presetID="9" presetClass="exit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9" dur="800" fill="hold"/>
                                        <p:tgtEl>
                                          <p:spTgt spid="11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5000"/>
                            </p:stCondLst>
                            <p:childTnLst>
                              <p:par>
                                <p:cTn id="212" presetID="9" presetClass="exit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3" dur="500" fill="hold"/>
                                        <p:tgtEl>
                                          <p:spTgt spid="11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4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5500"/>
                            </p:stCondLst>
                            <p:childTnLst>
                              <p:par>
                                <p:cTn id="216" presetID="9" presetClass="exit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7" dur="500" fill="hold"/>
                                        <p:tgtEl>
                                          <p:spTgt spid="11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6000"/>
                            </p:stCondLst>
                            <p:childTnLst>
                              <p:par>
                                <p:cTn id="220" presetID="9" presetClass="exit" fill="hold" grpId="4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21" dur="500" fill="hold"/>
                                        <p:tgtEl>
                                          <p:spTgt spid="11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>
                            <p:stCondLst>
                              <p:cond delay="6500"/>
                            </p:stCondLst>
                            <p:childTnLst>
                              <p:par>
                                <p:cTn id="224" presetID="9" presetClass="exit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25" dur="800" fill="hold"/>
                                        <p:tgtEl>
                                          <p:spTgt spid="10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6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7" fill="hold">
                            <p:stCondLst>
                              <p:cond delay="7300"/>
                            </p:stCondLst>
                            <p:childTnLst>
                              <p:par>
                                <p:cTn id="228" presetID="9" presetClass="exit" fill="hold" grpId="4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29" dur="800" fill="hold"/>
                                        <p:tgtEl>
                                          <p:spTgt spid="11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1" fill="hold">
                            <p:stCondLst>
                              <p:cond delay="8100"/>
                            </p:stCondLst>
                            <p:childTnLst>
                              <p:par>
                                <p:cTn id="232" presetID="9" presetClass="exit" fill="hold" grpId="4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33" dur="800" fill="hold"/>
                                        <p:tgtEl>
                                          <p:spTgt spid="10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7" presetID="9" presetClass="exit" fill="hold" grpId="5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38" dur="500" fill="hold"/>
                                        <p:tgtEl>
                                          <p:spTgt spid="10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0" fill="hold">
                            <p:stCondLst>
                              <p:cond delay="500"/>
                            </p:stCondLst>
                            <p:childTnLst>
                              <p:par>
                                <p:cTn id="241" presetID="9" presetClass="exit" fill="hold" grpId="5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42" dur="800" fill="hold"/>
                                        <p:tgtEl>
                                          <p:spTgt spid="10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3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4" fill="hold">
                            <p:stCondLst>
                              <p:cond delay="1300"/>
                            </p:stCondLst>
                            <p:childTnLst>
                              <p:par>
                                <p:cTn id="245" presetID="9" presetClass="exit" fill="hold" grpId="5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46" dur="800" fill="hold"/>
                                        <p:tgtEl>
                                          <p:spTgt spid="10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7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8" fill="hold">
                      <p:stCondLst>
                        <p:cond delay="indefinite"/>
                      </p:stCondLst>
                      <p:childTnLst>
                        <p:par>
                          <p:cTn id="249" fill="hold">
                            <p:stCondLst>
                              <p:cond delay="0"/>
                            </p:stCondLst>
                            <p:childTnLst>
                              <p:par>
                                <p:cTn id="250" presetID="23" presetClass="entr" presetSubtype="16" fill="hold" grpId="5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1" fill="hold"/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2" dur="1000" fill="hold"/>
                                        <p:tgtEl>
                                          <p:spTgt spid="11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3" dur="1000" fill="hold"/>
                                        <p:tgtEl>
                                          <p:spTgt spid="11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5" presetID="23" presetClass="entr" presetSubtype="16" fill="hold" grpId="5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6" fill="hold"/>
                                        <p:tgtEl>
                                          <p:spTgt spid="1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7" dur="1000" fill="hold"/>
                                        <p:tgtEl>
                                          <p:spTgt spid="1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8" dur="1000" fill="hold"/>
                                        <p:tgtEl>
                                          <p:spTgt spid="1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9" fill="hold">
                            <p:stCondLst>
                              <p:cond delay="2000"/>
                            </p:stCondLst>
                            <p:childTnLst>
                              <p:par>
                                <p:cTn id="260" presetID="23" presetClass="entr" presetSubtype="16" fill="hold" grpId="5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1" fill="hold"/>
                                        <p:tgtEl>
                                          <p:spTgt spid="1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2" dur="1000" fill="hold"/>
                                        <p:tgtEl>
                                          <p:spTgt spid="11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3" dur="1000" fill="hold"/>
                                        <p:tgtEl>
                                          <p:spTgt spid="11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4" fill="hold">
                      <p:stCondLst>
                        <p:cond delay="indefinite"/>
                      </p:stCondLst>
                      <p:childTnLst>
                        <p:par>
                          <p:cTn id="265" fill="hold">
                            <p:stCondLst>
                              <p:cond delay="0"/>
                            </p:stCondLst>
                            <p:childTnLst>
                              <p:par>
                                <p:cTn id="266" presetID="9" presetClass="exit" fill="hold" grpId="5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67" dur="900" fill="hold"/>
                                        <p:tgtEl>
                                          <p:spTgt spid="11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8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9" fill="hold">
                            <p:stCondLst>
                              <p:cond delay="900"/>
                            </p:stCondLst>
                            <p:childTnLst>
                              <p:par>
                                <p:cTn id="270" presetID="9" presetClass="exit" fill="hold" grpId="5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71" dur="900" fill="hold"/>
                                        <p:tgtEl>
                                          <p:spTgt spid="11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3" fill="hold">
                      <p:stCondLst>
                        <p:cond delay="indefinite"/>
                      </p:stCondLst>
                      <p:childTnLst>
                        <p:par>
                          <p:cTn id="274" fill="hold">
                            <p:stCondLst>
                              <p:cond delay="0"/>
                            </p:stCondLst>
                            <p:childTnLst>
                              <p:par>
                                <p:cTn id="275" presetID="9" presetClass="exit" fill="hold" grpId="5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76" dur="500" fill="hold"/>
                                        <p:tgtEl>
                                          <p:spTgt spid="11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7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1" grpId="1" animBg="1" advAuto="0"/>
      <p:bldP spid="1092" grpId="2" animBg="1" advAuto="0"/>
      <p:bldP spid="1092" grpId="51" animBg="1" advAuto="0"/>
      <p:bldP spid="1094" grpId="3" animBg="1" advAuto="0"/>
      <p:bldP spid="1094" grpId="52" animBg="1" advAuto="0"/>
      <p:bldP spid="1096" grpId="4" animBg="1" advAuto="0"/>
      <p:bldP spid="1096" grpId="50" animBg="1" advAuto="0"/>
      <p:bldP spid="1097" grpId="5" animBg="1" advAuto="0"/>
      <p:bldP spid="1097" grpId="49" animBg="1" advAuto="0"/>
      <p:bldP spid="1098" grpId="6" animBg="1" advAuto="0"/>
      <p:bldP spid="1098" grpId="47" animBg="1" advAuto="0"/>
      <p:bldP spid="1099" grpId="15" animBg="1" advAuto="0"/>
      <p:bldP spid="1099" grpId="40" animBg="1" advAuto="0"/>
      <p:bldP spid="1100" grpId="28" animBg="1" advAuto="0"/>
      <p:bldP spid="1100" grpId="41" animBg="1" advAuto="0"/>
      <p:bldP spid="1101" grpId="35" animBg="1" advAuto="0"/>
      <p:bldP spid="1101" grpId="39" animBg="1" advAuto="0"/>
      <p:bldP spid="1102" grpId="7" animBg="1" advAuto="0"/>
      <p:bldP spid="1102" grpId="46" animBg="1" advAuto="0"/>
      <p:bldP spid="1103" grpId="8" animBg="1" advAuto="0"/>
      <p:bldP spid="1103" grpId="48" animBg="1" advAuto="0"/>
      <p:bldP spid="1104" grpId="10" animBg="1" advAuto="0"/>
      <p:bldP spid="1104" grpId="44" animBg="1" advAuto="0"/>
      <p:bldP spid="1105" grpId="11" animBg="1" advAuto="0"/>
      <p:bldP spid="1105" grpId="19" animBg="1" advAuto="0"/>
      <p:bldP spid="1106" grpId="26" animBg="1" advAuto="0"/>
      <p:bldP spid="1106" grpId="33" animBg="1" advAuto="0"/>
      <p:bldP spid="1107" grpId="12" animBg="1" advAuto="0"/>
      <p:bldP spid="1107" grpId="17" animBg="1" advAuto="0"/>
      <p:bldP spid="1108" grpId="25" animBg="1" advAuto="0"/>
      <p:bldP spid="1108" grpId="32" animBg="1" advAuto="0"/>
      <p:bldP spid="1109" grpId="13" animBg="1" advAuto="0"/>
      <p:bldP spid="1109" grpId="18" animBg="1" advAuto="0"/>
      <p:bldP spid="1110" grpId="22" animBg="1" advAuto="0"/>
      <p:bldP spid="1110" grpId="34" animBg="1" advAuto="0"/>
      <p:bldP spid="1111" grpId="23" animBg="1" advAuto="0"/>
      <p:bldP spid="1111" grpId="31" animBg="1" advAuto="0"/>
      <p:bldP spid="1112" grpId="24" animBg="1" advAuto="0"/>
      <p:bldP spid="1112" grpId="30" animBg="1" advAuto="0"/>
      <p:bldP spid="1113" grpId="9" animBg="1" advAuto="0"/>
      <p:bldP spid="1113" grpId="42" animBg="1" advAuto="0"/>
      <p:bldP spid="1115" grpId="20" animBg="1" advAuto="0"/>
      <p:bldP spid="1115" grpId="43" animBg="1" advAuto="0"/>
      <p:bldP spid="1117" grpId="21" animBg="1" advAuto="0"/>
      <p:bldP spid="1117" grpId="45" animBg="1" advAuto="0"/>
      <p:bldP spid="1118" grpId="14" animBg="1" advAuto="0"/>
      <p:bldP spid="1118" grpId="16" animBg="1" advAuto="0"/>
      <p:bldP spid="1120" grpId="27" animBg="1" advAuto="0"/>
      <p:bldP spid="1120" grpId="29" animBg="1" advAuto="0"/>
      <p:bldP spid="1122" grpId="37" animBg="1" advAuto="0"/>
      <p:bldP spid="1123" grpId="36" animBg="1" advAuto="0"/>
      <p:bldP spid="1123" grpId="38" animBg="1" advAuto="0"/>
      <p:bldP spid="1125" grpId="53" animBg="1" advAuto="0"/>
      <p:bldP spid="1125" grpId="56" animBg="1" advAuto="0"/>
      <p:bldP spid="1126" grpId="54" animBg="1" advAuto="0"/>
      <p:bldP spid="1126" grpId="57" animBg="1" advAuto="0"/>
      <p:bldP spid="1127" grpId="55" animBg="1" advAuto="0"/>
      <p:bldP spid="1127" grpId="58" animBg="1" advAuto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1131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8151352" y="2344285"/>
            <a:ext cx="1349835" cy="76201"/>
          </a:xfrm>
          <a:prstGeom prst="rect">
            <a:avLst/>
          </a:prstGeom>
        </p:spPr>
      </p:pic>
      <p:sp>
        <p:nvSpPr>
          <p:cNvPr id="1133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1134" name="20"/>
          <p:cNvSpPr txBox="1"/>
          <p:nvPr/>
        </p:nvSpPr>
        <p:spPr>
          <a:xfrm>
            <a:off x="14781341" y="1129660"/>
            <a:ext cx="424993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pic>
        <p:nvPicPr>
          <p:cNvPr id="1135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1246231" y="3837186"/>
            <a:ext cx="791528" cy="352235"/>
          </a:xfrm>
          <a:prstGeom prst="rect">
            <a:avLst/>
          </a:prstGeom>
        </p:spPr>
      </p:pic>
      <p:sp>
        <p:nvSpPr>
          <p:cNvPr id="1137" name="20"/>
          <p:cNvSpPr txBox="1"/>
          <p:nvPr/>
        </p:nvSpPr>
        <p:spPr>
          <a:xfrm>
            <a:off x="20411268" y="3515336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138" name="A310"/>
          <p:cNvSpPr txBox="1"/>
          <p:nvPr/>
        </p:nvSpPr>
        <p:spPr>
          <a:xfrm>
            <a:off x="19127744" y="3515336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1139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pic>
        <p:nvPicPr>
          <p:cNvPr id="1140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8771686" y="4537345"/>
            <a:ext cx="791528" cy="352235"/>
          </a:xfrm>
          <a:prstGeom prst="rect">
            <a:avLst/>
          </a:prstGeom>
        </p:spPr>
      </p:pic>
      <p:sp>
        <p:nvSpPr>
          <p:cNvPr id="1142" name="20"/>
          <p:cNvSpPr txBox="1"/>
          <p:nvPr/>
        </p:nvSpPr>
        <p:spPr>
          <a:xfrm>
            <a:off x="17527517" y="4275686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143" name="A310"/>
          <p:cNvSpPr txBox="1"/>
          <p:nvPr/>
        </p:nvSpPr>
        <p:spPr>
          <a:xfrm>
            <a:off x="16243992" y="4275686"/>
            <a:ext cx="77173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grpSp>
        <p:nvGrpSpPr>
          <p:cNvPr id="1161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144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145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14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14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14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14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150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152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154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155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156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157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159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164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162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163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182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165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166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167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168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169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170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171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173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175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176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177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178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180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183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188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184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185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186" name="Line Line" descr="Line Lin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189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190" name="False"/>
          <p:cNvSpPr txBox="1"/>
          <p:nvPr/>
        </p:nvSpPr>
        <p:spPr>
          <a:xfrm>
            <a:off x="10615265" y="1973970"/>
            <a:ext cx="82285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3" presetClass="entr" presetSubtype="16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1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1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22" presetClass="entr" presetSubtype="8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1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600"/>
                                        <p:tgtEl>
                                          <p:spTgt spid="1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3" presetClass="entr" presetSubtype="16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1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1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3" presetClass="entr" presetSubtype="16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1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1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3" presetClass="entr" presetSubtype="16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1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2500" fill="hold"/>
                                        <p:tgtEl>
                                          <p:spTgt spid="11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500" fill="hold"/>
                                        <p:tgtEl>
                                          <p:spTgt spid="11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0"/>
                            </p:stCondLst>
                            <p:childTnLst>
                              <p:par>
                                <p:cTn id="41" presetID="22" presetClass="entr" presetSubtype="8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1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600"/>
                                        <p:tgtEl>
                                          <p:spTgt spid="1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100"/>
                            </p:stCondLst>
                            <p:childTnLst>
                              <p:par>
                                <p:cTn id="45" presetID="23" presetClass="entr" presetSubtype="16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1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1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100"/>
                            </p:stCondLst>
                            <p:childTnLst>
                              <p:par>
                                <p:cTn id="50" presetID="23" presetClass="entr" presetSubtype="16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1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11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1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9" presetClass="exit" fill="hold" grpId="1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57" dur="700" fill="hold"/>
                                        <p:tgtEl>
                                          <p:spTgt spid="11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700"/>
                            </p:stCondLst>
                            <p:childTnLst>
                              <p:par>
                                <p:cTn id="60" presetID="9" presetClass="exit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1" dur="700" fill="hold"/>
                                        <p:tgtEl>
                                          <p:spTgt spid="11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400"/>
                            </p:stCondLst>
                            <p:childTnLst>
                              <p:par>
                                <p:cTn id="64" presetID="9" presetClass="exit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5" dur="900" fill="hold"/>
                                        <p:tgtEl>
                                          <p:spTgt spid="11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300"/>
                            </p:stCondLst>
                            <p:childTnLst>
                              <p:par>
                                <p:cTn id="68" presetID="9" presetClass="exit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9" dur="700" fill="hold"/>
                                        <p:tgtEl>
                                          <p:spTgt spid="11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3000"/>
                            </p:stCondLst>
                            <p:childTnLst>
                              <p:par>
                                <p:cTn id="72" presetID="9" presetClass="exit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3" dur="700" fill="hold"/>
                                        <p:tgtEl>
                                          <p:spTgt spid="11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1" grpId="1" animBg="1" advAuto="0"/>
      <p:bldP spid="1134" grpId="2" animBg="1" advAuto="0"/>
      <p:bldP spid="1134" grpId="11" animBg="1" advAuto="0"/>
      <p:bldP spid="1135" grpId="4" animBg="1" advAuto="0"/>
      <p:bldP spid="1135" grpId="15" animBg="1" advAuto="0"/>
      <p:bldP spid="1137" grpId="6" animBg="1" advAuto="0"/>
      <p:bldP spid="1137" grpId="14" animBg="1" advAuto="0"/>
      <p:bldP spid="1138" grpId="5" animBg="1" advAuto="0"/>
      <p:bldP spid="1138" grpId="12" animBg="1" advAuto="0"/>
      <p:bldP spid="1139" grpId="7" animBg="1" advAuto="0"/>
      <p:bldP spid="1140" grpId="8" animBg="1" advAuto="0"/>
      <p:bldP spid="1142" grpId="10" animBg="1" advAuto="0"/>
      <p:bldP spid="1143" grpId="9" animBg="1" advAuto="0"/>
      <p:bldP spid="1190" grpId="3" animBg="1" advAuto="0"/>
      <p:bldP spid="1190" grpId="13" animBg="1" advAuto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1193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8278352" y="2344285"/>
            <a:ext cx="1349835" cy="76201"/>
          </a:xfrm>
          <a:prstGeom prst="rect">
            <a:avLst/>
          </a:prstGeom>
        </p:spPr>
      </p:pic>
      <p:sp>
        <p:nvSpPr>
          <p:cNvPr id="1195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1196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pic>
        <p:nvPicPr>
          <p:cNvPr id="1197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8771686" y="4537345"/>
            <a:ext cx="791528" cy="352235"/>
          </a:xfrm>
          <a:prstGeom prst="rect">
            <a:avLst/>
          </a:prstGeom>
        </p:spPr>
      </p:pic>
      <p:sp>
        <p:nvSpPr>
          <p:cNvPr id="1199" name="20"/>
          <p:cNvSpPr txBox="1"/>
          <p:nvPr/>
        </p:nvSpPr>
        <p:spPr>
          <a:xfrm>
            <a:off x="17527517" y="4275686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200" name="A310"/>
          <p:cNvSpPr txBox="1"/>
          <p:nvPr/>
        </p:nvSpPr>
        <p:spPr>
          <a:xfrm>
            <a:off x="16243992" y="4275686"/>
            <a:ext cx="77173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1201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4000774" y="5023244"/>
            <a:ext cx="791528" cy="352235"/>
          </a:xfrm>
          <a:prstGeom prst="rect">
            <a:avLst/>
          </a:prstGeom>
        </p:spPr>
      </p:pic>
      <p:sp>
        <p:nvSpPr>
          <p:cNvPr id="1203" name="False"/>
          <p:cNvSpPr txBox="1"/>
          <p:nvPr/>
        </p:nvSpPr>
        <p:spPr>
          <a:xfrm>
            <a:off x="10435513" y="4981163"/>
            <a:ext cx="82285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pic>
        <p:nvPicPr>
          <p:cNvPr id="1204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6213235" y="5893785"/>
            <a:ext cx="791527" cy="352235"/>
          </a:xfrm>
          <a:prstGeom prst="rect">
            <a:avLst/>
          </a:prstGeom>
        </p:spPr>
      </p:pic>
      <p:sp>
        <p:nvSpPr>
          <p:cNvPr id="1206" name="True"/>
          <p:cNvSpPr txBox="1"/>
          <p:nvPr/>
        </p:nvSpPr>
        <p:spPr>
          <a:xfrm>
            <a:off x="10647696" y="5851705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sp>
        <p:nvSpPr>
          <p:cNvPr id="1207" name="20"/>
          <p:cNvSpPr txBox="1"/>
          <p:nvPr/>
        </p:nvSpPr>
        <p:spPr>
          <a:xfrm>
            <a:off x="12509241" y="5657319"/>
            <a:ext cx="424994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208" name="100"/>
          <p:cNvSpPr txBox="1"/>
          <p:nvPr/>
        </p:nvSpPr>
        <p:spPr>
          <a:xfrm>
            <a:off x="15317424" y="5657319"/>
            <a:ext cx="58034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100</a:t>
            </a:r>
          </a:p>
        </p:txBody>
      </p:sp>
      <p:pic>
        <p:nvPicPr>
          <p:cNvPr id="1209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3843603" y="6409256"/>
            <a:ext cx="791527" cy="352234"/>
          </a:xfrm>
          <a:prstGeom prst="rect">
            <a:avLst/>
          </a:prstGeom>
        </p:spPr>
      </p:pic>
      <p:sp>
        <p:nvSpPr>
          <p:cNvPr id="1211" name="20"/>
          <p:cNvSpPr txBox="1"/>
          <p:nvPr/>
        </p:nvSpPr>
        <p:spPr>
          <a:xfrm>
            <a:off x="23149862" y="6059648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212" name="E070"/>
          <p:cNvSpPr txBox="1"/>
          <p:nvPr/>
        </p:nvSpPr>
        <p:spPr>
          <a:xfrm>
            <a:off x="21440145" y="6059648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213" name="A310"/>
          <p:cNvSpPr txBox="1"/>
          <p:nvPr/>
        </p:nvSpPr>
        <p:spPr>
          <a:xfrm>
            <a:off x="13879813" y="5657319"/>
            <a:ext cx="77172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1214" name="A310"/>
          <p:cNvSpPr txBox="1"/>
          <p:nvPr/>
        </p:nvSpPr>
        <p:spPr>
          <a:xfrm>
            <a:off x="20086980" y="6059648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1215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16255931" y="6819900"/>
            <a:ext cx="3365433" cy="76200"/>
          </a:xfrm>
          <a:prstGeom prst="rect">
            <a:avLst/>
          </a:prstGeom>
        </p:spPr>
      </p:pic>
      <p:grpSp>
        <p:nvGrpSpPr>
          <p:cNvPr id="1234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217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218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219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220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221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222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223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225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227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228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229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230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232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237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235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236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255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238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239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240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241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242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243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244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246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248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249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250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251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253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256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261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257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258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259" name="Line Line" descr="Line Line"/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262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 fill="hold"/>
                                        <p:tgtEl>
                                          <p:spTgt spid="119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0"/>
                                      </p:to>
                                    </p:set>
                                    <p:animEffect filter="image" prLst="opacity: 0.20; ">
                                      <p:cBhvr>
                                        <p:cTn id="7" dur="indefinite" fill="hold"/>
                                        <p:tgtEl>
                                          <p:spTgt spid="1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600"/>
                                        <p:tgtEl>
                                          <p:spTgt spid="1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3" presetClass="entr" presetSubtype="16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2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600"/>
                                        <p:tgtEl>
                                          <p:spTgt spid="1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"/>
                            </p:stCondLst>
                            <p:childTnLst>
                              <p:par>
                                <p:cTn id="25" presetID="23" presetClass="entr" presetSubtype="16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2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2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600"/>
                            </p:stCondLst>
                            <p:childTnLst>
                              <p:par>
                                <p:cTn id="30" presetID="23" presetClass="entr" presetSubtype="16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1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2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2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600"/>
                            </p:stCondLst>
                            <p:childTnLst>
                              <p:par>
                                <p:cTn id="35" presetID="23" presetClass="entr" presetSubtype="16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2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2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600"/>
                            </p:stCondLst>
                            <p:childTnLst>
                              <p:par>
                                <p:cTn id="40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1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2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2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" fill="hold"/>
                                        <p:tgtEl>
                                          <p:spTgt spid="1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1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presetID="22" presetClass="entr" presetSubtype="8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1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600"/>
                                        <p:tgtEl>
                                          <p:spTgt spid="1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600"/>
                            </p:stCondLst>
                            <p:childTnLst>
                              <p:par>
                                <p:cTn id="54" presetID="23" presetClass="entr" presetSubtype="16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" fill="hold"/>
                                        <p:tgtEl>
                                          <p:spTgt spid="1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12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2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600"/>
                            </p:stCondLst>
                            <p:childTnLst>
                              <p:par>
                                <p:cTn id="59" presetID="23" presetClass="entr" presetSubtype="16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fill="hold"/>
                                        <p:tgtEl>
                                          <p:spTgt spid="1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1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3600"/>
                            </p:stCondLst>
                            <p:childTnLst>
                              <p:par>
                                <p:cTn id="64" presetID="23" presetClass="entr" presetSubtype="16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5" fill="hold"/>
                                        <p:tgtEl>
                                          <p:spTgt spid="1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12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12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9" presetClass="exit" fill="hold" grpId="1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1" dur="1000" fill="hold"/>
                                        <p:tgtEl>
                                          <p:spTgt spid="12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000"/>
                            </p:stCondLst>
                            <p:childTnLst>
                              <p:par>
                                <p:cTn id="74" presetID="9" presetClass="exit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5" dur="1000" fill="hold"/>
                                        <p:tgtEl>
                                          <p:spTgt spid="11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2000"/>
                            </p:stCondLst>
                            <p:childTnLst>
                              <p:par>
                                <p:cTn id="78" presetID="9" presetClass="exit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9" dur="1000" fill="hold"/>
                                        <p:tgtEl>
                                          <p:spTgt spid="1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3000"/>
                            </p:stCondLst>
                            <p:childTnLst>
                              <p:par>
                                <p:cTn id="82" presetID="9" presetClass="exit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3" dur="1000" fill="hold"/>
                                        <p:tgtEl>
                                          <p:spTgt spid="12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4000"/>
                            </p:stCondLst>
                            <p:childTnLst>
                              <p:par>
                                <p:cTn id="86" presetID="9" presetClass="exit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7" dur="1000" fill="hold"/>
                                        <p:tgtEl>
                                          <p:spTgt spid="1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5000"/>
                            </p:stCondLst>
                            <p:childTnLst>
                              <p:par>
                                <p:cTn id="90" presetID="9" presetClass="exit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1" dur="1000" fill="hold"/>
                                        <p:tgtEl>
                                          <p:spTgt spid="1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6000"/>
                            </p:stCondLst>
                            <p:childTnLst>
                              <p:par>
                                <p:cTn id="94" presetID="9" presetClass="exit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5" dur="1000" fill="hold"/>
                                        <p:tgtEl>
                                          <p:spTgt spid="1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7000"/>
                            </p:stCondLst>
                            <p:childTnLst>
                              <p:par>
                                <p:cTn id="98" presetID="9" presetClass="exit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9" dur="1000" fill="hold"/>
                                        <p:tgtEl>
                                          <p:spTgt spid="12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8000"/>
                            </p:stCondLst>
                            <p:childTnLst>
                              <p:par>
                                <p:cTn id="102" presetID="9" presetClass="exit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03" dur="1000" fill="hold"/>
                                        <p:tgtEl>
                                          <p:spTgt spid="12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9000"/>
                            </p:stCondLst>
                            <p:childTnLst>
                              <p:par>
                                <p:cTn id="106" presetID="9" presetClass="exit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07" dur="1000" fill="hold"/>
                                        <p:tgtEl>
                                          <p:spTgt spid="12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5" grpId="1" animBg="1" advAuto="0"/>
      <p:bldP spid="1197" grpId="16" animBg="1" advAuto="0"/>
      <p:bldP spid="1199" grpId="15" animBg="1" advAuto="0"/>
      <p:bldP spid="1200" grpId="14" animBg="1" advAuto="0"/>
      <p:bldP spid="1201" grpId="2" animBg="1" advAuto="0"/>
      <p:bldP spid="1201" grpId="18" animBg="1" advAuto="0"/>
      <p:bldP spid="1203" grpId="3" animBg="1" advAuto="0"/>
      <p:bldP spid="1203" grpId="17" animBg="1" advAuto="0"/>
      <p:bldP spid="1204" grpId="4" animBg="1" advAuto="0"/>
      <p:bldP spid="1204" grpId="23" animBg="1" advAuto="0"/>
      <p:bldP spid="1206" grpId="8" animBg="1" advAuto="0"/>
      <p:bldP spid="1206" grpId="19" animBg="1" advAuto="0"/>
      <p:bldP spid="1207" grpId="5" animBg="1" advAuto="0"/>
      <p:bldP spid="1207" grpId="20" animBg="1" advAuto="0"/>
      <p:bldP spid="1208" grpId="7" animBg="1" advAuto="0"/>
      <p:bldP spid="1208" grpId="22" animBg="1" advAuto="0"/>
      <p:bldP spid="1209" grpId="10" animBg="1" advAuto="0"/>
      <p:bldP spid="1211" grpId="13" animBg="1" advAuto="0"/>
      <p:bldP spid="1212" grpId="12" animBg="1" advAuto="0"/>
      <p:bldP spid="1213" grpId="6" animBg="1" advAuto="0"/>
      <p:bldP spid="1213" grpId="21" animBg="1" advAuto="0"/>
      <p:bldP spid="1214" grpId="11" animBg="1" advAuto="0"/>
      <p:bldP spid="1215" grpId="9" animBg="1" advAuto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1265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8278352" y="2344285"/>
            <a:ext cx="1349835" cy="76201"/>
          </a:xfrm>
          <a:prstGeom prst="rect">
            <a:avLst/>
          </a:prstGeom>
        </p:spPr>
      </p:pic>
      <p:sp>
        <p:nvSpPr>
          <p:cNvPr id="1267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1268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pic>
        <p:nvPicPr>
          <p:cNvPr id="1269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3843603" y="6409256"/>
            <a:ext cx="791527" cy="352234"/>
          </a:xfrm>
          <a:prstGeom prst="rect">
            <a:avLst/>
          </a:prstGeom>
        </p:spPr>
      </p:pic>
      <p:sp>
        <p:nvSpPr>
          <p:cNvPr id="1271" name="20"/>
          <p:cNvSpPr txBox="1"/>
          <p:nvPr/>
        </p:nvSpPr>
        <p:spPr>
          <a:xfrm>
            <a:off x="23149862" y="6059648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272" name="A310"/>
          <p:cNvSpPr txBox="1"/>
          <p:nvPr/>
        </p:nvSpPr>
        <p:spPr>
          <a:xfrm>
            <a:off x="20086980" y="6059648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1273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16255931" y="6819900"/>
            <a:ext cx="3365433" cy="76200"/>
          </a:xfrm>
          <a:prstGeom prst="rect">
            <a:avLst/>
          </a:prstGeom>
        </p:spPr>
      </p:pic>
      <p:pic>
        <p:nvPicPr>
          <p:cNvPr id="1275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8734904" y="4490164"/>
            <a:ext cx="791527" cy="352235"/>
          </a:xfrm>
          <a:prstGeom prst="rect">
            <a:avLst/>
          </a:prstGeom>
        </p:spPr>
      </p:pic>
      <p:sp>
        <p:nvSpPr>
          <p:cNvPr id="1277" name="20"/>
          <p:cNvSpPr txBox="1"/>
          <p:nvPr/>
        </p:nvSpPr>
        <p:spPr>
          <a:xfrm>
            <a:off x="17592254" y="4202149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278" name="False"/>
          <p:cNvSpPr txBox="1"/>
          <p:nvPr/>
        </p:nvSpPr>
        <p:spPr>
          <a:xfrm>
            <a:off x="10420503" y="4941388"/>
            <a:ext cx="82285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grpSp>
        <p:nvGrpSpPr>
          <p:cNvPr id="1296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279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280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281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282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283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284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285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287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289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290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291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292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294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299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297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298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317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300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301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302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303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304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305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306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308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310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311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312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313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315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318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323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319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320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321" name="Line Line" descr="Line Line"/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324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325" name="E070"/>
          <p:cNvSpPr txBox="1"/>
          <p:nvPr/>
        </p:nvSpPr>
        <p:spPr>
          <a:xfrm>
            <a:off x="16059137" y="4202149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326" name="True"/>
          <p:cNvSpPr txBox="1"/>
          <p:nvPr/>
        </p:nvSpPr>
        <p:spPr>
          <a:xfrm>
            <a:off x="10402914" y="5851705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sp>
        <p:nvSpPr>
          <p:cNvPr id="1327" name="20"/>
          <p:cNvSpPr txBox="1"/>
          <p:nvPr/>
        </p:nvSpPr>
        <p:spPr>
          <a:xfrm>
            <a:off x="12525779" y="5666610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328" name="50"/>
          <p:cNvSpPr txBox="1"/>
          <p:nvPr/>
        </p:nvSpPr>
        <p:spPr>
          <a:xfrm>
            <a:off x="15333634" y="5666610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1329" name="E070"/>
          <p:cNvSpPr txBox="1"/>
          <p:nvPr/>
        </p:nvSpPr>
        <p:spPr>
          <a:xfrm>
            <a:off x="13800517" y="5666610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330" name="E070"/>
          <p:cNvSpPr txBox="1"/>
          <p:nvPr/>
        </p:nvSpPr>
        <p:spPr>
          <a:xfrm>
            <a:off x="21396235" y="6059648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 fill="hold"/>
                                        <p:tgtEl>
                                          <p:spTgt spid="126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0"/>
                                      </p:to>
                                    </p:set>
                                    <p:animEffect filter="image" prLst="opacity: 0.20; ">
                                      <p:cBhvr>
                                        <p:cTn id="7" dur="indefinite" fill="hold"/>
                                        <p:tgtEl>
                                          <p:spTgt spid="1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600"/>
                                        <p:tgtEl>
                                          <p:spTgt spid="1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0"/>
                            </p:stCondLst>
                            <p:childTnLst>
                              <p:par>
                                <p:cTn id="14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3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3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600"/>
                            </p:stCondLst>
                            <p:childTnLst>
                              <p:par>
                                <p:cTn id="19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2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2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3" presetClass="entr" presetSubtype="16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2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2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3" presetClass="entr" presetSubtype="16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1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3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3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23" presetClass="entr" presetSubtype="16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3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3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0"/>
                            </p:stCondLst>
                            <p:childTnLst>
                              <p:par>
                                <p:cTn id="40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1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3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3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3" presetClass="entr" presetSubtype="16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1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3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3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3" presetClass="entr" presetSubtype="16" fill="hold" grpId="1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1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2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2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9" presetClass="exit" fill="hold" grpId="1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58" dur="800" fill="hold"/>
                                        <p:tgtEl>
                                          <p:spTgt spid="12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800"/>
                            </p:stCondLst>
                            <p:childTnLst>
                              <p:par>
                                <p:cTn id="61" presetID="9" presetClass="exit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2" dur="800" fill="hold"/>
                                        <p:tgtEl>
                                          <p:spTgt spid="13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7" grpId="1" animBg="1" advAuto="0"/>
      <p:bldP spid="1272" grpId="11" animBg="1" advAuto="0"/>
      <p:bldP spid="1273" grpId="10" animBg="1" advAuto="0"/>
      <p:bldP spid="1275" grpId="2" animBg="1" advAuto="0"/>
      <p:bldP spid="1277" grpId="4" animBg="1" advAuto="0"/>
      <p:bldP spid="1278" grpId="5" animBg="1" advAuto="0"/>
      <p:bldP spid="1325" grpId="3" animBg="1" advAuto="0"/>
      <p:bldP spid="1326" grpId="9" animBg="1" advAuto="0"/>
      <p:bldP spid="1327" grpId="6" animBg="1" advAuto="0"/>
      <p:bldP spid="1328" grpId="8" animBg="1" advAuto="0"/>
      <p:bldP spid="1329" grpId="7" animBg="1" advAuto="0"/>
      <p:bldP spid="1330" grpId="12" animBg="1" advAuto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1333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8278352" y="2344285"/>
            <a:ext cx="1349835" cy="76201"/>
          </a:xfrm>
          <a:prstGeom prst="rect">
            <a:avLst/>
          </a:prstGeom>
        </p:spPr>
      </p:pic>
      <p:sp>
        <p:nvSpPr>
          <p:cNvPr id="1335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1336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pic>
        <p:nvPicPr>
          <p:cNvPr id="1337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3843603" y="6409256"/>
            <a:ext cx="791527" cy="352234"/>
          </a:xfrm>
          <a:prstGeom prst="rect">
            <a:avLst/>
          </a:prstGeom>
        </p:spPr>
      </p:pic>
      <p:sp>
        <p:nvSpPr>
          <p:cNvPr id="1339" name="20"/>
          <p:cNvSpPr txBox="1"/>
          <p:nvPr/>
        </p:nvSpPr>
        <p:spPr>
          <a:xfrm>
            <a:off x="23149862" y="6059648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340" name="E070"/>
          <p:cNvSpPr txBox="1"/>
          <p:nvPr/>
        </p:nvSpPr>
        <p:spPr>
          <a:xfrm>
            <a:off x="20086980" y="6059648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pic>
        <p:nvPicPr>
          <p:cNvPr id="1341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16255931" y="6819900"/>
            <a:ext cx="3365433" cy="76200"/>
          </a:xfrm>
          <a:prstGeom prst="rect">
            <a:avLst/>
          </a:prstGeom>
        </p:spPr>
      </p:pic>
      <p:pic>
        <p:nvPicPr>
          <p:cNvPr id="1343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8734904" y="4490164"/>
            <a:ext cx="791527" cy="352235"/>
          </a:xfrm>
          <a:prstGeom prst="rect">
            <a:avLst/>
          </a:prstGeom>
        </p:spPr>
      </p:pic>
      <p:sp>
        <p:nvSpPr>
          <p:cNvPr id="1345" name="20"/>
          <p:cNvSpPr txBox="1"/>
          <p:nvPr/>
        </p:nvSpPr>
        <p:spPr>
          <a:xfrm>
            <a:off x="17592254" y="4202149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grpSp>
        <p:nvGrpSpPr>
          <p:cNvPr id="1363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346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347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348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349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350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351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352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354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356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357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358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359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361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366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364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365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384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367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368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369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370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371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372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373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375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377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378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379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380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382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385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390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386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387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388" name="Line Line" descr="Line Line"/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391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392" name="None"/>
          <p:cNvSpPr txBox="1"/>
          <p:nvPr/>
        </p:nvSpPr>
        <p:spPr>
          <a:xfrm>
            <a:off x="16059137" y="4202149"/>
            <a:ext cx="81811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393" name="True"/>
          <p:cNvSpPr txBox="1"/>
          <p:nvPr/>
        </p:nvSpPr>
        <p:spPr>
          <a:xfrm>
            <a:off x="10402914" y="4962705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sp>
        <p:nvSpPr>
          <p:cNvPr id="1394" name="None"/>
          <p:cNvSpPr txBox="1"/>
          <p:nvPr/>
        </p:nvSpPr>
        <p:spPr>
          <a:xfrm>
            <a:off x="21396235" y="6059648"/>
            <a:ext cx="81810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pic>
        <p:nvPicPr>
          <p:cNvPr id="1395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4491785" y="5482743"/>
            <a:ext cx="791527" cy="352235"/>
          </a:xfrm>
          <a:prstGeom prst="rect">
            <a:avLst/>
          </a:prstGeom>
        </p:spPr>
      </p:pic>
      <p:grpSp>
        <p:nvGrpSpPr>
          <p:cNvPr id="1414" name="Group"/>
          <p:cNvGrpSpPr/>
          <p:nvPr/>
        </p:nvGrpSpPr>
        <p:grpSpPr>
          <a:xfrm>
            <a:off x="988803" y="6185656"/>
            <a:ext cx="4237786" cy="1737920"/>
            <a:chOff x="0" y="0"/>
            <a:chExt cx="4237784" cy="1737918"/>
          </a:xfrm>
        </p:grpSpPr>
        <p:sp>
          <p:nvSpPr>
            <p:cNvPr id="1397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398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1399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400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401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402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403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405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407" name="end.: fa55"/>
            <p:cNvSpPr txBox="1"/>
            <p:nvPr/>
          </p:nvSpPr>
          <p:spPr>
            <a:xfrm>
              <a:off x="41311" y="1301241"/>
              <a:ext cx="1361822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fa55</a:t>
              </a:r>
            </a:p>
          </p:txBody>
        </p:sp>
        <p:sp>
          <p:nvSpPr>
            <p:cNvPr id="1408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409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410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412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417" name="Group"/>
          <p:cNvGrpSpPr/>
          <p:nvPr/>
        </p:nvGrpSpPr>
        <p:grpSpPr>
          <a:xfrm>
            <a:off x="382848" y="12547093"/>
            <a:ext cx="967005" cy="967006"/>
            <a:chOff x="0" y="0"/>
            <a:chExt cx="967004" cy="967004"/>
          </a:xfrm>
        </p:grpSpPr>
        <p:sp>
          <p:nvSpPr>
            <p:cNvPr id="1415" name="20"/>
            <p:cNvSpPr txBox="1"/>
            <p:nvPr/>
          </p:nvSpPr>
          <p:spPr>
            <a:xfrm>
              <a:off x="214517" y="234970"/>
              <a:ext cx="537973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20</a:t>
              </a:r>
            </a:p>
          </p:txBody>
        </p:sp>
        <p:sp>
          <p:nvSpPr>
            <p:cNvPr id="1416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 fill="hold"/>
                                        <p:tgtEl>
                                          <p:spTgt spid="133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0"/>
                                      </p:to>
                                    </p:set>
                                    <p:animEffect filter="image" prLst="opacity: 0.20; ">
                                      <p:cBhvr>
                                        <p:cTn id="7" dur="indefinite" fill="hold"/>
                                        <p:tgtEl>
                                          <p:spTgt spid="1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600"/>
                                        <p:tgtEl>
                                          <p:spTgt spid="1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0"/>
                            </p:stCondLst>
                            <p:childTnLst>
                              <p:par>
                                <p:cTn id="14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3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3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600"/>
                            </p:stCondLst>
                            <p:childTnLst>
                              <p:par>
                                <p:cTn id="19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3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600"/>
                            </p:stCondLst>
                            <p:childTnLst>
                              <p:par>
                                <p:cTn id="24" presetID="23" presetClass="entr" presetSubtype="16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1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3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3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1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13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3" presetClass="entr" presetSubtype="16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4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4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1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4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4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5" grpId="1" animBg="1" advAuto="0"/>
      <p:bldP spid="1343" grpId="2" animBg="1" advAuto="0"/>
      <p:bldP spid="1345" grpId="4" animBg="1" advAuto="0"/>
      <p:bldP spid="1392" grpId="3" animBg="1" advAuto="0"/>
      <p:bldP spid="1393" grpId="5" animBg="1" advAuto="0"/>
      <p:bldP spid="1395" grpId="6" animBg="1" advAuto="0"/>
      <p:bldP spid="1414" grpId="7" animBg="1" advAuto="0"/>
      <p:bldP spid="1417" grpId="8" animBg="1" advAuto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9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1420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8278352" y="2344285"/>
            <a:ext cx="1349835" cy="76201"/>
          </a:xfrm>
          <a:prstGeom prst="rect">
            <a:avLst/>
          </a:prstGeom>
        </p:spPr>
      </p:pic>
      <p:sp>
        <p:nvSpPr>
          <p:cNvPr id="1422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1423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pic>
        <p:nvPicPr>
          <p:cNvPr id="1424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3843603" y="6409256"/>
            <a:ext cx="791527" cy="352234"/>
          </a:xfrm>
          <a:prstGeom prst="rect">
            <a:avLst/>
          </a:prstGeom>
        </p:spPr>
      </p:pic>
      <p:sp>
        <p:nvSpPr>
          <p:cNvPr id="1426" name="20"/>
          <p:cNvSpPr txBox="1"/>
          <p:nvPr/>
        </p:nvSpPr>
        <p:spPr>
          <a:xfrm>
            <a:off x="23149862" y="6059648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427" name="E070"/>
          <p:cNvSpPr txBox="1"/>
          <p:nvPr/>
        </p:nvSpPr>
        <p:spPr>
          <a:xfrm>
            <a:off x="20086980" y="6059648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pic>
        <p:nvPicPr>
          <p:cNvPr id="1428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16255931" y="6819900"/>
            <a:ext cx="3365433" cy="76200"/>
          </a:xfrm>
          <a:prstGeom prst="rect">
            <a:avLst/>
          </a:prstGeom>
        </p:spPr>
      </p:pic>
      <p:pic>
        <p:nvPicPr>
          <p:cNvPr id="1430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18734904" y="4490164"/>
            <a:ext cx="791527" cy="352235"/>
          </a:xfrm>
          <a:prstGeom prst="rect">
            <a:avLst/>
          </a:prstGeom>
        </p:spPr>
      </p:pic>
      <p:sp>
        <p:nvSpPr>
          <p:cNvPr id="1432" name="20"/>
          <p:cNvSpPr txBox="1"/>
          <p:nvPr/>
        </p:nvSpPr>
        <p:spPr>
          <a:xfrm>
            <a:off x="17592254" y="4202149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433" name="True"/>
          <p:cNvSpPr txBox="1"/>
          <p:nvPr/>
        </p:nvSpPr>
        <p:spPr>
          <a:xfrm>
            <a:off x="10420503" y="4941388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grpSp>
        <p:nvGrpSpPr>
          <p:cNvPr id="1451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434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435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43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43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43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43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440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442" name="Rectangle Rectangle" descr="Rectangle Rectangle"/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444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445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446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447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449" name="Rectangle Rectangle" descr="Rectangle Rectangle"/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454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452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453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472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455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456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457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458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459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460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461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463" name="Rectangle Rectangle" descr="Rectangle Rectangle"/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465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466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467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468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470" name="Rectangle Rectangle" descr="Rectangle Rectangle"/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473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478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474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475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476" name="Line Line" descr="Line Line"/>
            <p:cNvPicPr>
              <a:picLocks/>
            </p:cNvPicPr>
            <p:nvPr/>
          </p:nvPicPr>
          <p:blipFill>
            <a:blip r:embed="rId8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479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480" name="None"/>
          <p:cNvSpPr txBox="1"/>
          <p:nvPr/>
        </p:nvSpPr>
        <p:spPr>
          <a:xfrm>
            <a:off x="16059137" y="4202149"/>
            <a:ext cx="81811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481" name="None"/>
          <p:cNvSpPr txBox="1"/>
          <p:nvPr/>
        </p:nvSpPr>
        <p:spPr>
          <a:xfrm>
            <a:off x="21396235" y="6059648"/>
            <a:ext cx="81810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pic>
        <p:nvPicPr>
          <p:cNvPr id="1482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14576231" y="5440520"/>
            <a:ext cx="791527" cy="352235"/>
          </a:xfrm>
          <a:prstGeom prst="rect">
            <a:avLst/>
          </a:prstGeom>
        </p:spPr>
      </p:pic>
      <p:grpSp>
        <p:nvGrpSpPr>
          <p:cNvPr id="1501" name="Group"/>
          <p:cNvGrpSpPr/>
          <p:nvPr/>
        </p:nvGrpSpPr>
        <p:grpSpPr>
          <a:xfrm>
            <a:off x="988803" y="6185656"/>
            <a:ext cx="4237786" cy="1737920"/>
            <a:chOff x="0" y="0"/>
            <a:chExt cx="4237784" cy="1737918"/>
          </a:xfrm>
        </p:grpSpPr>
        <p:sp>
          <p:nvSpPr>
            <p:cNvPr id="1484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485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148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48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48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48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490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492" name="Rectangle Rectangle" descr="Rectangle Rectangle"/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494" name="end.: fa55"/>
            <p:cNvSpPr txBox="1"/>
            <p:nvPr/>
          </p:nvSpPr>
          <p:spPr>
            <a:xfrm>
              <a:off x="41311" y="1301241"/>
              <a:ext cx="1361822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fa55</a:t>
              </a:r>
            </a:p>
          </p:txBody>
        </p:sp>
        <p:sp>
          <p:nvSpPr>
            <p:cNvPr id="1495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496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497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499" name="Rectangle Rectangle" descr="Rectangle Rectangle"/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502" name="Fa55"/>
          <p:cNvSpPr txBox="1"/>
          <p:nvPr/>
        </p:nvSpPr>
        <p:spPr>
          <a:xfrm>
            <a:off x="17237231" y="6059648"/>
            <a:ext cx="75105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Fa55</a:t>
            </a:r>
          </a:p>
        </p:txBody>
      </p:sp>
      <p:pic>
        <p:nvPicPr>
          <p:cNvPr id="1503" name="Line Line" descr="Line Line"/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 rot="985624">
            <a:off x="15364918" y="5728392"/>
            <a:ext cx="1974041" cy="352234"/>
          </a:xfrm>
          <a:prstGeom prst="rect">
            <a:avLst/>
          </a:prstGeom>
        </p:spPr>
      </p:pic>
      <p:sp>
        <p:nvSpPr>
          <p:cNvPr id="1505" name="E070"/>
          <p:cNvSpPr txBox="1"/>
          <p:nvPr/>
        </p:nvSpPr>
        <p:spPr>
          <a:xfrm>
            <a:off x="12276089" y="6123148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506" name="Fa55"/>
          <p:cNvSpPr txBox="1"/>
          <p:nvPr/>
        </p:nvSpPr>
        <p:spPr>
          <a:xfrm>
            <a:off x="13845004" y="6123148"/>
            <a:ext cx="75105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Fa55</a:t>
            </a:r>
          </a:p>
        </p:txBody>
      </p:sp>
      <p:pic>
        <p:nvPicPr>
          <p:cNvPr id="1507" name="Line Line" descr="Line Line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 rot="11201771">
            <a:off x="2360117" y="5814737"/>
            <a:ext cx="9686072" cy="352234"/>
          </a:xfrm>
          <a:prstGeom prst="rect">
            <a:avLst/>
          </a:prstGeom>
        </p:spPr>
      </p:pic>
      <p:sp>
        <p:nvSpPr>
          <p:cNvPr id="1509" name="Fa55"/>
          <p:cNvSpPr txBox="1"/>
          <p:nvPr/>
        </p:nvSpPr>
        <p:spPr>
          <a:xfrm>
            <a:off x="1145039" y="4872464"/>
            <a:ext cx="110251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 Fa55 </a:t>
            </a:r>
          </a:p>
        </p:txBody>
      </p:sp>
      <p:grpSp>
        <p:nvGrpSpPr>
          <p:cNvPr id="1514" name="Group"/>
          <p:cNvGrpSpPr/>
          <p:nvPr/>
        </p:nvGrpSpPr>
        <p:grpSpPr>
          <a:xfrm>
            <a:off x="382848" y="11620826"/>
            <a:ext cx="1297791" cy="1893273"/>
            <a:chOff x="0" y="-53881"/>
            <a:chExt cx="1297790" cy="1893272"/>
          </a:xfrm>
        </p:grpSpPr>
        <p:sp>
          <p:nvSpPr>
            <p:cNvPr id="1510" name="2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20</a:t>
              </a:r>
            </a:p>
          </p:txBody>
        </p:sp>
        <p:sp>
          <p:nvSpPr>
            <p:cNvPr id="1511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512" name="Line Line" descr="Line Line"/>
            <p:cNvPicPr>
              <a:picLocks/>
            </p:cNvPicPr>
            <p:nvPr/>
          </p:nvPicPr>
          <p:blipFill>
            <a:blip r:embed="rId8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grpSp>
        <p:nvGrpSpPr>
          <p:cNvPr id="1517" name="Group"/>
          <p:cNvGrpSpPr/>
          <p:nvPr/>
        </p:nvGrpSpPr>
        <p:grpSpPr>
          <a:xfrm>
            <a:off x="382848" y="12547093"/>
            <a:ext cx="967005" cy="967006"/>
            <a:chOff x="0" y="0"/>
            <a:chExt cx="967004" cy="967004"/>
          </a:xfrm>
        </p:grpSpPr>
        <p:sp>
          <p:nvSpPr>
            <p:cNvPr id="1515" name="20"/>
            <p:cNvSpPr txBox="1"/>
            <p:nvPr/>
          </p:nvSpPr>
          <p:spPr>
            <a:xfrm>
              <a:off x="214517" y="234970"/>
              <a:ext cx="537973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20</a:t>
              </a:r>
            </a:p>
          </p:txBody>
        </p:sp>
        <p:sp>
          <p:nvSpPr>
            <p:cNvPr id="1516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 fill="hold"/>
                                        <p:tgtEl>
                                          <p:spTgt spid="14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0"/>
                                      </p:to>
                                    </p:set>
                                    <p:animEffect filter="image" prLst="opacity: 0.20; ">
                                      <p:cBhvr>
                                        <p:cTn id="7" dur="indefinite" fill="hold"/>
                                        <p:tgtEl>
                                          <p:spTgt spid="14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600"/>
                                        <p:tgtEl>
                                          <p:spTgt spid="1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0"/>
                            </p:stCondLst>
                            <p:childTnLst>
                              <p:par>
                                <p:cTn id="14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5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5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600"/>
                            </p:stCondLst>
                            <p:childTnLst>
                              <p:par>
                                <p:cTn id="19" presetID="9" presetClass="exit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" dur="800" fill="hold"/>
                                        <p:tgtEl>
                                          <p:spTgt spid="14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400"/>
                            </p:stCondLst>
                            <p:childTnLst>
                              <p:par>
                                <p:cTn id="23" presetID="9" presetClass="exit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4" dur="800" fill="hold"/>
                                        <p:tgtEl>
                                          <p:spTgt spid="14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200"/>
                            </p:stCondLst>
                            <p:childTnLst>
                              <p:par>
                                <p:cTn id="27" presetID="9" presetClass="exit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8" dur="800" fill="hold"/>
                                        <p:tgtEl>
                                          <p:spTgt spid="14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00"/>
                            </p:stCondLst>
                            <p:childTnLst>
                              <p:par>
                                <p:cTn id="31" presetID="9" presetClass="exit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32" dur="700" fill="hold"/>
                                        <p:tgtEl>
                                          <p:spTgt spid="14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700"/>
                            </p:stCondLst>
                            <p:childTnLst>
                              <p:par>
                                <p:cTn id="35" presetID="9" presetClass="exit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36" dur="700" fill="hold"/>
                                        <p:tgtEl>
                                          <p:spTgt spid="14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400"/>
                            </p:stCondLst>
                            <p:childTnLst>
                              <p:par>
                                <p:cTn id="39" presetID="9" presetClass="exit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40" dur="700" fill="hold"/>
                                        <p:tgtEl>
                                          <p:spTgt spid="14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6100"/>
                            </p:stCondLst>
                            <p:childTnLst>
                              <p:par>
                                <p:cTn id="43" presetID="9" presetClass="exit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44" dur="700" fill="hold"/>
                                        <p:tgtEl>
                                          <p:spTgt spid="14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6800"/>
                            </p:stCondLst>
                            <p:childTnLst>
                              <p:par>
                                <p:cTn id="47" presetID="9" presetClass="exit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48" dur="700" fill="hold"/>
                                        <p:tgtEl>
                                          <p:spTgt spid="14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500"/>
                            </p:stCondLst>
                            <p:childTnLst>
                              <p:par>
                                <p:cTn id="51" presetID="9" presetClass="exit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52" dur="700" fill="hold"/>
                                        <p:tgtEl>
                                          <p:spTgt spid="14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8200"/>
                            </p:stCondLst>
                            <p:childTnLst>
                              <p:par>
                                <p:cTn id="55" presetID="23" presetClass="entr" presetSubtype="16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6" fill="hold"/>
                                        <p:tgtEl>
                                          <p:spTgt spid="1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5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5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9200"/>
                            </p:stCondLst>
                            <p:childTnLst>
                              <p:par>
                                <p:cTn id="60" presetID="23" presetClass="entr" presetSubtype="16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1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5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5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3" presetClass="entr" presetSubtype="16" fill="hold" grpId="1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7" fill="hold"/>
                                        <p:tgtEl>
                                          <p:spTgt spid="1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5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fill="hold"/>
                                        <p:tgtEl>
                                          <p:spTgt spid="15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600"/>
                            </p:stCondLst>
                            <p:childTnLst>
                              <p:par>
                                <p:cTn id="71" presetID="23" presetClass="entr" presetSubtype="16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" fill="hold"/>
                                        <p:tgtEl>
                                          <p:spTgt spid="1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2500" fill="hold"/>
                                        <p:tgtEl>
                                          <p:spTgt spid="15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2500" fill="hold"/>
                                        <p:tgtEl>
                                          <p:spTgt spid="15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3" presetClass="entr" presetSubtype="16" fill="hold" grpId="1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1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15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15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2" grpId="1" animBg="1" advAuto="0"/>
      <p:bldP spid="1424" grpId="12" animBg="1" advAuto="0"/>
      <p:bldP spid="1426" grpId="11" animBg="1" advAuto="0"/>
      <p:bldP spid="1427" grpId="9" animBg="1" advAuto="0"/>
      <p:bldP spid="1430" grpId="8" animBg="1" advAuto="0"/>
      <p:bldP spid="1432" grpId="7" animBg="1" advAuto="0"/>
      <p:bldP spid="1433" grpId="5" animBg="1" advAuto="0"/>
      <p:bldP spid="1480" grpId="6" animBg="1" advAuto="0"/>
      <p:bldP spid="1481" grpId="10" animBg="1" advAuto="0"/>
      <p:bldP spid="1482" grpId="4" animBg="1" advAuto="0"/>
      <p:bldP spid="1502" grpId="3" animBg="1" advAuto="0"/>
      <p:bldP spid="1503" grpId="2" animBg="1" advAuto="0"/>
      <p:bldP spid="1505" grpId="13" animBg="1" advAuto="0"/>
      <p:bldP spid="1506" grpId="14" animBg="1" advAuto="0"/>
      <p:bldP spid="1507" grpId="15" animBg="1" advAuto="0"/>
      <p:bldP spid="1509" grpId="16" animBg="1" advAuto="0"/>
      <p:bldP spid="1514" grpId="17" animBg="1" advAuto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1520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8278352" y="2344285"/>
            <a:ext cx="1349835" cy="76201"/>
          </a:xfrm>
          <a:prstGeom prst="rect">
            <a:avLst/>
          </a:prstGeom>
        </p:spPr>
      </p:pic>
      <p:sp>
        <p:nvSpPr>
          <p:cNvPr id="1522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1523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grpSp>
        <p:nvGrpSpPr>
          <p:cNvPr id="1541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524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525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52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52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52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52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530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532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534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535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536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537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539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544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542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543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562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545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546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547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548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549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550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551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553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555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556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557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558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560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563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568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564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565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566" name="Line Line" descr="Line Lin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569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grpSp>
        <p:nvGrpSpPr>
          <p:cNvPr id="1587" name="Group"/>
          <p:cNvGrpSpPr/>
          <p:nvPr/>
        </p:nvGrpSpPr>
        <p:grpSpPr>
          <a:xfrm>
            <a:off x="988803" y="6185656"/>
            <a:ext cx="4237786" cy="1737920"/>
            <a:chOff x="0" y="0"/>
            <a:chExt cx="4237784" cy="1737918"/>
          </a:xfrm>
        </p:grpSpPr>
        <p:sp>
          <p:nvSpPr>
            <p:cNvPr id="1570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571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1572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573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574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575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576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578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580" name="end.: fa55"/>
            <p:cNvSpPr txBox="1"/>
            <p:nvPr/>
          </p:nvSpPr>
          <p:spPr>
            <a:xfrm>
              <a:off x="41311" y="1301241"/>
              <a:ext cx="1361822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fa55</a:t>
              </a:r>
            </a:p>
          </p:txBody>
        </p:sp>
        <p:sp>
          <p:nvSpPr>
            <p:cNvPr id="1581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582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583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585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588" name="Fa55"/>
          <p:cNvSpPr txBox="1"/>
          <p:nvPr/>
        </p:nvSpPr>
        <p:spPr>
          <a:xfrm>
            <a:off x="1145039" y="4872464"/>
            <a:ext cx="110251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 Fa55 </a:t>
            </a:r>
          </a:p>
        </p:txBody>
      </p:sp>
      <p:grpSp>
        <p:nvGrpSpPr>
          <p:cNvPr id="1593" name="Group"/>
          <p:cNvGrpSpPr/>
          <p:nvPr/>
        </p:nvGrpSpPr>
        <p:grpSpPr>
          <a:xfrm>
            <a:off x="382848" y="11620826"/>
            <a:ext cx="1297791" cy="1893273"/>
            <a:chOff x="0" y="-53881"/>
            <a:chExt cx="1297790" cy="1893272"/>
          </a:xfrm>
        </p:grpSpPr>
        <p:sp>
          <p:nvSpPr>
            <p:cNvPr id="1589" name="2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20</a:t>
              </a:r>
            </a:p>
          </p:txBody>
        </p:sp>
        <p:sp>
          <p:nvSpPr>
            <p:cNvPr id="1590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591" name="Line Line" descr="Line Lin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594" name="############################# altura…"/>
          <p:cNvSpPr txBox="1"/>
          <p:nvPr/>
        </p:nvSpPr>
        <p:spPr>
          <a:xfrm>
            <a:off x="10758073" y="7988026"/>
            <a:ext cx="13192349" cy="1346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 </a:t>
            </a:r>
            <a:r>
              <a:t>############################# altura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t>no_atual.altura = </a:t>
            </a:r>
            <a:r>
              <a:rPr>
                <a:solidFill>
                  <a:srgbClr val="1750EB"/>
                </a:solidFill>
              </a:rPr>
              <a:t>1 </a:t>
            </a:r>
            <a:r>
              <a:t>+ 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11480"/>
                </a:solidFill>
              </a:rPr>
              <a:t>max</a:t>
            </a:r>
            <a:r>
              <a:t>(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._altura(no_atual.esquerda),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._altura(no_atual.direita) )</a:t>
            </a:r>
          </a:p>
        </p:txBody>
      </p:sp>
      <p:sp>
        <p:nvSpPr>
          <p:cNvPr id="1595" name="E070"/>
          <p:cNvSpPr txBox="1"/>
          <p:nvPr/>
        </p:nvSpPr>
        <p:spPr>
          <a:xfrm>
            <a:off x="15402329" y="8669086"/>
            <a:ext cx="761392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pic>
        <p:nvPicPr>
          <p:cNvPr id="1596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3000331" y="9289967"/>
            <a:ext cx="5153198" cy="76201"/>
          </a:xfrm>
          <a:prstGeom prst="rect">
            <a:avLst/>
          </a:prstGeom>
        </p:spPr>
      </p:pic>
      <p:sp>
        <p:nvSpPr>
          <p:cNvPr id="1598" name="Fa55"/>
          <p:cNvSpPr txBox="1"/>
          <p:nvPr/>
        </p:nvSpPr>
        <p:spPr>
          <a:xfrm>
            <a:off x="16796029" y="8669086"/>
            <a:ext cx="751053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Fa55</a:t>
            </a:r>
          </a:p>
        </p:txBody>
      </p:sp>
      <p:sp>
        <p:nvSpPr>
          <p:cNvPr id="1599" name="def _altura(self, no):…"/>
          <p:cNvSpPr txBox="1"/>
          <p:nvPr/>
        </p:nvSpPr>
        <p:spPr>
          <a:xfrm>
            <a:off x="12831719" y="11337111"/>
            <a:ext cx="3802981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sp>
        <p:nvSpPr>
          <p:cNvPr id="1600" name="1"/>
          <p:cNvSpPr txBox="1"/>
          <p:nvPr/>
        </p:nvSpPr>
        <p:spPr>
          <a:xfrm>
            <a:off x="15609025" y="12988413"/>
            <a:ext cx="269647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pic>
        <p:nvPicPr>
          <p:cNvPr id="1601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6603522" y="11402286"/>
            <a:ext cx="791528" cy="352235"/>
          </a:xfrm>
          <a:prstGeom prst="rect">
            <a:avLst/>
          </a:prstGeom>
        </p:spPr>
      </p:pic>
      <p:sp>
        <p:nvSpPr>
          <p:cNvPr id="1603" name="Fa55"/>
          <p:cNvSpPr txBox="1"/>
          <p:nvPr/>
        </p:nvSpPr>
        <p:spPr>
          <a:xfrm>
            <a:off x="15740774" y="11027818"/>
            <a:ext cx="751053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Fa55</a:t>
            </a:r>
          </a:p>
        </p:txBody>
      </p:sp>
      <p:sp>
        <p:nvSpPr>
          <p:cNvPr id="1604" name="Fa55"/>
          <p:cNvSpPr txBox="1"/>
          <p:nvPr/>
        </p:nvSpPr>
        <p:spPr>
          <a:xfrm>
            <a:off x="14622184" y="12973238"/>
            <a:ext cx="751054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Fa55</a:t>
            </a:r>
          </a:p>
        </p:txBody>
      </p:sp>
      <p:sp>
        <p:nvSpPr>
          <p:cNvPr id="1605" name="False"/>
          <p:cNvSpPr txBox="1"/>
          <p:nvPr/>
        </p:nvSpPr>
        <p:spPr>
          <a:xfrm>
            <a:off x="12704524" y="11783554"/>
            <a:ext cx="82285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1606" name="1"/>
          <p:cNvSpPr txBox="1"/>
          <p:nvPr/>
        </p:nvSpPr>
        <p:spPr>
          <a:xfrm>
            <a:off x="15208232" y="9394533"/>
            <a:ext cx="347321" cy="597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3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pic>
        <p:nvPicPr>
          <p:cNvPr id="1607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15642686">
            <a:off x="14234098" y="11257956"/>
            <a:ext cx="2796511" cy="352235"/>
          </a:xfrm>
          <a:prstGeom prst="rect">
            <a:avLst/>
          </a:prstGeom>
        </p:spPr>
      </p:pic>
      <p:sp>
        <p:nvSpPr>
          <p:cNvPr id="1609" name="E070"/>
          <p:cNvSpPr txBox="1"/>
          <p:nvPr/>
        </p:nvSpPr>
        <p:spPr>
          <a:xfrm>
            <a:off x="20891698" y="8664158"/>
            <a:ext cx="761391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pic>
        <p:nvPicPr>
          <p:cNvPr id="1610" name="Line Line" descr="Line Line"/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 rot="10800000">
            <a:off x="18489700" y="9285040"/>
            <a:ext cx="5153198" cy="76201"/>
          </a:xfrm>
          <a:prstGeom prst="rect">
            <a:avLst/>
          </a:prstGeom>
        </p:spPr>
      </p:pic>
      <p:sp>
        <p:nvSpPr>
          <p:cNvPr id="1612" name="None"/>
          <p:cNvSpPr txBox="1"/>
          <p:nvPr/>
        </p:nvSpPr>
        <p:spPr>
          <a:xfrm>
            <a:off x="22285397" y="8664158"/>
            <a:ext cx="81811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613" name="0"/>
          <p:cNvSpPr txBox="1"/>
          <p:nvPr/>
        </p:nvSpPr>
        <p:spPr>
          <a:xfrm>
            <a:off x="20676489" y="9394533"/>
            <a:ext cx="347321" cy="597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3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0</a:t>
            </a:r>
          </a:p>
        </p:txBody>
      </p:sp>
      <p:sp>
        <p:nvSpPr>
          <p:cNvPr id="1614" name="def _altura(self, no):…"/>
          <p:cNvSpPr txBox="1"/>
          <p:nvPr/>
        </p:nvSpPr>
        <p:spPr>
          <a:xfrm>
            <a:off x="19165555" y="10868062"/>
            <a:ext cx="3802982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pic>
        <p:nvPicPr>
          <p:cNvPr id="1615" name="Line Line" descr="Line Line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 rot="10800000">
            <a:off x="22937359" y="10933236"/>
            <a:ext cx="791528" cy="352235"/>
          </a:xfrm>
          <a:prstGeom prst="rect">
            <a:avLst/>
          </a:prstGeom>
        </p:spPr>
      </p:pic>
      <p:sp>
        <p:nvSpPr>
          <p:cNvPr id="1617" name="None"/>
          <p:cNvSpPr txBox="1"/>
          <p:nvPr/>
        </p:nvSpPr>
        <p:spPr>
          <a:xfrm>
            <a:off x="22074610" y="10558769"/>
            <a:ext cx="81811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618" name="True"/>
          <p:cNvSpPr txBox="1"/>
          <p:nvPr/>
        </p:nvSpPr>
        <p:spPr>
          <a:xfrm>
            <a:off x="19139960" y="11314505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pic>
        <p:nvPicPr>
          <p:cNvPr id="1619" name="Line Line" descr="Line Line"/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 rot="14747564">
            <a:off x="20462762" y="10744805"/>
            <a:ext cx="1844101" cy="352234"/>
          </a:xfrm>
          <a:prstGeom prst="rect">
            <a:avLst/>
          </a:prstGeom>
        </p:spPr>
      </p:pic>
      <p:sp>
        <p:nvSpPr>
          <p:cNvPr id="1621" name="E070"/>
          <p:cNvSpPr txBox="1"/>
          <p:nvPr/>
        </p:nvSpPr>
        <p:spPr>
          <a:xfrm>
            <a:off x="11806135" y="8158311"/>
            <a:ext cx="761392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622" name="2"/>
          <p:cNvSpPr txBox="1"/>
          <p:nvPr/>
        </p:nvSpPr>
        <p:spPr>
          <a:xfrm>
            <a:off x="13245176" y="8000726"/>
            <a:ext cx="347320" cy="597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3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pic>
        <p:nvPicPr>
          <p:cNvPr id="1623" name="Line Line" descr="Line Line"/>
          <p:cNvPicPr>
            <a:picLocks/>
          </p:cNvPicPr>
          <p:nvPr/>
        </p:nvPicPr>
        <p:blipFill>
          <a:blip r:embed="rId12"/>
          <a:stretch>
            <a:fillRect/>
          </a:stretch>
        </p:blipFill>
        <p:spPr>
          <a:xfrm rot="12351820">
            <a:off x="4596189" y="6732201"/>
            <a:ext cx="7146639" cy="352235"/>
          </a:xfrm>
          <a:prstGeom prst="rect">
            <a:avLst/>
          </a:prstGeom>
        </p:spPr>
      </p:pic>
      <p:sp>
        <p:nvSpPr>
          <p:cNvPr id="1625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626" name="2"/>
          <p:cNvSpPr txBox="1"/>
          <p:nvPr/>
        </p:nvSpPr>
        <p:spPr>
          <a:xfrm>
            <a:off x="4392445" y="4872464"/>
            <a:ext cx="312015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0" fill="hold"/>
                                        <p:tgtEl>
                                          <p:spTgt spid="15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0" fill="hold"/>
                                        <p:tgtEl>
                                          <p:spTgt spid="15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000"/>
                                        <p:tgtEl>
                                          <p:spTgt spid="15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3" presetClass="entr" presetSubtype="16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1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5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5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5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5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3" presetClass="entr" presetSubtype="16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1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2500" fill="hold"/>
                                        <p:tgtEl>
                                          <p:spTgt spid="15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0" fill="hold"/>
                                        <p:tgtEl>
                                          <p:spTgt spid="15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1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600"/>
                                        <p:tgtEl>
                                          <p:spTgt spid="16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100"/>
                            </p:stCondLst>
                            <p:childTnLst>
                              <p:par>
                                <p:cTn id="36" presetID="23" presetClass="entr" presetSubtype="16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1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6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6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100"/>
                            </p:stCondLst>
                            <p:childTnLst>
                              <p:par>
                                <p:cTn id="41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1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6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6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100"/>
                            </p:stCondLst>
                            <p:childTnLst>
                              <p:par>
                                <p:cTn id="46" presetID="23" presetClass="entr" presetSubtype="16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" fill="hold"/>
                                        <p:tgtEl>
                                          <p:spTgt spid="1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6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6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6100"/>
                            </p:stCondLst>
                            <p:childTnLst>
                              <p:par>
                                <p:cTn id="51" presetID="23" presetClass="entr" presetSubtype="16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1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2500" fill="hold"/>
                                        <p:tgtEl>
                                          <p:spTgt spid="16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2500" fill="hold"/>
                                        <p:tgtEl>
                                          <p:spTgt spid="16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1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1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600"/>
                                        <p:tgtEl>
                                          <p:spTgt spid="16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00"/>
                            </p:stCondLst>
                            <p:childTnLst>
                              <p:par>
                                <p:cTn id="61" presetID="23" presetClass="entr" presetSubtype="16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1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6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16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xit" fill="hold" grpId="1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8" dur="900" fill="hold"/>
                                        <p:tgtEl>
                                          <p:spTgt spid="16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900"/>
                            </p:stCondLst>
                            <p:childTnLst>
                              <p:par>
                                <p:cTn id="71" presetID="9" presetClass="exit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2" dur="500" fill="hold"/>
                                        <p:tgtEl>
                                          <p:spTgt spid="16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400"/>
                            </p:stCondLst>
                            <p:childTnLst>
                              <p:par>
                                <p:cTn id="75" presetID="9" presetClass="exit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6" dur="800" fill="hold"/>
                                        <p:tgtEl>
                                          <p:spTgt spid="16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2200"/>
                            </p:stCondLst>
                            <p:childTnLst>
                              <p:par>
                                <p:cTn id="79" presetID="9" presetClass="exit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0" dur="900" fill="hold"/>
                                        <p:tgtEl>
                                          <p:spTgt spid="16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3100"/>
                            </p:stCondLst>
                            <p:childTnLst>
                              <p:par>
                                <p:cTn id="83" presetID="9" presetClass="exit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4" dur="500" fill="hold"/>
                                        <p:tgtEl>
                                          <p:spTgt spid="16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3600"/>
                            </p:stCondLst>
                            <p:childTnLst>
                              <p:par>
                                <p:cTn id="87" presetID="9" presetClass="exit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8" dur="900" fill="hold"/>
                                        <p:tgtEl>
                                          <p:spTgt spid="16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4500"/>
                            </p:stCondLst>
                            <p:childTnLst>
                              <p:par>
                                <p:cTn id="91" presetID="9" presetClass="exit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2" dur="900" fill="hold"/>
                                        <p:tgtEl>
                                          <p:spTgt spid="15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8" fill="hold" grpId="2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7" fill="hold"/>
                                        <p:tgtEl>
                                          <p:spTgt spid="1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1000"/>
                                        <p:tgtEl>
                                          <p:spTgt spid="16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3" presetClass="entr" presetSubtype="16" fill="hold" grpId="2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2" fill="hold"/>
                                        <p:tgtEl>
                                          <p:spTgt spid="1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1000" fill="hold"/>
                                        <p:tgtEl>
                                          <p:spTgt spid="16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1000" fill="hold"/>
                                        <p:tgtEl>
                                          <p:spTgt spid="16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1000"/>
                            </p:stCondLst>
                            <p:childTnLst>
                              <p:par>
                                <p:cTn id="106" presetID="23" presetClass="entr" presetSubtype="16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7" fill="hold"/>
                                        <p:tgtEl>
                                          <p:spTgt spid="1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1000" fill="hold"/>
                                        <p:tgtEl>
                                          <p:spTgt spid="16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1000" fill="hold"/>
                                        <p:tgtEl>
                                          <p:spTgt spid="16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23" presetClass="entr" presetSubtype="16" fill="hold" grpId="2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3" fill="hold"/>
                                        <p:tgtEl>
                                          <p:spTgt spid="1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4" dur="1000" fill="hold"/>
                                        <p:tgtEl>
                                          <p:spTgt spid="16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1000" fill="hold"/>
                                        <p:tgtEl>
                                          <p:spTgt spid="16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17" presetID="22" presetClass="entr" presetSubtype="8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1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600"/>
                                        <p:tgtEl>
                                          <p:spTgt spid="16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600"/>
                            </p:stCondLst>
                            <p:childTnLst>
                              <p:par>
                                <p:cTn id="121" presetID="23" presetClass="entr" presetSubtype="16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2" fill="hold"/>
                                        <p:tgtEl>
                                          <p:spTgt spid="1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3" dur="1000" fill="hold"/>
                                        <p:tgtEl>
                                          <p:spTgt spid="16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1000" fill="hold"/>
                                        <p:tgtEl>
                                          <p:spTgt spid="16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2600"/>
                            </p:stCondLst>
                            <p:childTnLst>
                              <p:par>
                                <p:cTn id="126" presetID="23" presetClass="entr" presetSubtype="16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1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8" dur="1000" fill="hold"/>
                                        <p:tgtEl>
                                          <p:spTgt spid="16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1000" fill="hold"/>
                                        <p:tgtEl>
                                          <p:spTgt spid="16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3600"/>
                            </p:stCondLst>
                            <p:childTnLst>
                              <p:par>
                                <p:cTn id="131" presetID="23" presetClass="entr" presetSubtype="16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2" fill="hold"/>
                                        <p:tgtEl>
                                          <p:spTgt spid="1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16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00" fill="hold"/>
                                        <p:tgtEl>
                                          <p:spTgt spid="16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4200"/>
                            </p:stCondLst>
                            <p:childTnLst>
                              <p:par>
                                <p:cTn id="136" presetID="23" presetClass="entr" presetSubtype="16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7" fill="hold"/>
                                        <p:tgtEl>
                                          <p:spTgt spid="1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8" dur="2500" fill="hold"/>
                                        <p:tgtEl>
                                          <p:spTgt spid="16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2500" fill="hold"/>
                                        <p:tgtEl>
                                          <p:spTgt spid="16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9" presetClass="exit" fill="hold" grpId="2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43" dur="800" fill="hold"/>
                                        <p:tgtEl>
                                          <p:spTgt spid="16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800"/>
                            </p:stCondLst>
                            <p:childTnLst>
                              <p:par>
                                <p:cTn id="146" presetID="9" presetClass="exit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47" dur="900" fill="hold"/>
                                        <p:tgtEl>
                                          <p:spTgt spid="16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700"/>
                            </p:stCondLst>
                            <p:childTnLst>
                              <p:par>
                                <p:cTn id="150" presetID="9" presetClass="exit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1" dur="500" fill="hold"/>
                                        <p:tgtEl>
                                          <p:spTgt spid="16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2200"/>
                            </p:stCondLst>
                            <p:childTnLst>
                              <p:par>
                                <p:cTn id="154" presetID="9" presetClass="exit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5" dur="800" fill="hold"/>
                                        <p:tgtEl>
                                          <p:spTgt spid="16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000"/>
                            </p:stCondLst>
                            <p:childTnLst>
                              <p:par>
                                <p:cTn id="158" presetID="9" presetClass="exit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9" dur="800" fill="hold"/>
                                        <p:tgtEl>
                                          <p:spTgt spid="16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23" presetClass="entr" presetSubtype="16" fill="hold" grpId="3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4" fill="hold"/>
                                        <p:tgtEl>
                                          <p:spTgt spid="1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5" dur="1000" fill="hold"/>
                                        <p:tgtEl>
                                          <p:spTgt spid="16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6" dur="1000" fill="hold"/>
                                        <p:tgtEl>
                                          <p:spTgt spid="16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1000"/>
                            </p:stCondLst>
                            <p:childTnLst>
                              <p:par>
                                <p:cTn id="168" presetID="23" presetClass="entr" presetSubtype="16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9" fill="hold"/>
                                        <p:tgtEl>
                                          <p:spTgt spid="1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0" dur="1000" fill="hold"/>
                                        <p:tgtEl>
                                          <p:spTgt spid="16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1000" fill="hold"/>
                                        <p:tgtEl>
                                          <p:spTgt spid="16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3" presetClass="entr" presetSubtype="16" fill="hold" grpId="3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5" fill="hold"/>
                                        <p:tgtEl>
                                          <p:spTgt spid="1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6" dur="600" fill="hold"/>
                                        <p:tgtEl>
                                          <p:spTgt spid="16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600" fill="hold"/>
                                        <p:tgtEl>
                                          <p:spTgt spid="16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" fill="hold">
                            <p:stCondLst>
                              <p:cond delay="600"/>
                            </p:stCondLst>
                            <p:childTnLst>
                              <p:par>
                                <p:cTn id="179" presetID="23" presetClass="entr" presetSubtype="16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0" fill="hold"/>
                                        <p:tgtEl>
                                          <p:spTgt spid="1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1000" fill="hold"/>
                                        <p:tgtEl>
                                          <p:spTgt spid="16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1000" fill="hold"/>
                                        <p:tgtEl>
                                          <p:spTgt spid="16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1600"/>
                            </p:stCondLst>
                            <p:childTnLst>
                              <p:par>
                                <p:cTn id="184" presetID="23" presetClass="entr" presetSubtype="16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5" fill="hold"/>
                                        <p:tgtEl>
                                          <p:spTgt spid="1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6" dur="1000" fill="hold"/>
                                        <p:tgtEl>
                                          <p:spTgt spid="16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7" dur="1000" fill="hold"/>
                                        <p:tgtEl>
                                          <p:spTgt spid="16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9" presetClass="exit" fill="hold" grpId="3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1" dur="500" fill="hold"/>
                                        <p:tgtEl>
                                          <p:spTgt spid="15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500"/>
                            </p:stCondLst>
                            <p:childTnLst>
                              <p:par>
                                <p:cTn id="194" presetID="9" presetClass="exit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5" dur="500" fill="hold"/>
                                        <p:tgtEl>
                                          <p:spTgt spid="15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1000"/>
                            </p:stCondLst>
                            <p:childTnLst>
                              <p:par>
                                <p:cTn id="198" presetID="9" presetClass="exit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9" dur="500" fill="hold"/>
                                        <p:tgtEl>
                                          <p:spTgt spid="16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1500"/>
                            </p:stCondLst>
                            <p:childTnLst>
                              <p:par>
                                <p:cTn id="202" presetID="9" presetClass="exit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3" dur="500" fill="hold"/>
                                        <p:tgtEl>
                                          <p:spTgt spid="16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9" presetClass="exit" fill="hold" grpId="4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8" dur="500" fill="hold"/>
                                        <p:tgtEl>
                                          <p:spTgt spid="16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0" fill="hold">
                            <p:stCondLst>
                              <p:cond delay="500"/>
                            </p:stCondLst>
                            <p:childTnLst>
                              <p:par>
                                <p:cTn id="211" presetID="9" presetClass="exit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2" dur="800" fill="hold"/>
                                        <p:tgtEl>
                                          <p:spTgt spid="16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3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4" fill="hold">
                      <p:stCondLst>
                        <p:cond delay="indefinite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9" presetClass="exit" fill="hold" grpId="4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7" dur="800" fill="hold"/>
                                        <p:tgtEl>
                                          <p:spTgt spid="16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94" grpId="1" animBg="1" advAuto="0"/>
      <p:bldP spid="1595" grpId="3" animBg="1" advAuto="0"/>
      <p:bldP spid="1595" grpId="39" animBg="1" advAuto="0"/>
      <p:bldP spid="1596" grpId="2" animBg="1" advAuto="0"/>
      <p:bldP spid="1598" grpId="4" animBg="1" advAuto="0"/>
      <p:bldP spid="1598" grpId="40" animBg="1" advAuto="0"/>
      <p:bldP spid="1599" grpId="5" animBg="1" advAuto="0"/>
      <p:bldP spid="1599" grpId="19" animBg="1" advAuto="0"/>
      <p:bldP spid="1600" grpId="10" animBg="1" advAuto="0"/>
      <p:bldP spid="1600" grpId="18" animBg="1" advAuto="0"/>
      <p:bldP spid="1601" grpId="6" animBg="1" advAuto="0"/>
      <p:bldP spid="1601" grpId="15" animBg="1" advAuto="0"/>
      <p:bldP spid="1603" grpId="7" animBg="1" advAuto="0"/>
      <p:bldP spid="1603" grpId="14" animBg="1" advAuto="0"/>
      <p:bldP spid="1604" grpId="9" animBg="1" advAuto="0"/>
      <p:bldP spid="1604" grpId="17" animBg="1" advAuto="0"/>
      <p:bldP spid="1605" grpId="8" animBg="1" advAuto="0"/>
      <p:bldP spid="1605" grpId="16" animBg="1" advAuto="0"/>
      <p:bldP spid="1606" grpId="12" animBg="1" advAuto="0"/>
      <p:bldP spid="1607" grpId="11" animBg="1" advAuto="0"/>
      <p:bldP spid="1607" grpId="13" animBg="1" advAuto="0"/>
      <p:bldP spid="1609" grpId="21" animBg="1" advAuto="0"/>
      <p:bldP spid="1609" grpId="41" animBg="1" advAuto="0"/>
      <p:bldP spid="1610" grpId="20" animBg="1" advAuto="0"/>
      <p:bldP spid="1612" grpId="22" animBg="1" advAuto="0"/>
      <p:bldP spid="1612" grpId="42" animBg="1" advAuto="0"/>
      <p:bldP spid="1613" grpId="28" animBg="1" advAuto="0"/>
      <p:bldP spid="1614" grpId="23" animBg="1" advAuto="0"/>
      <p:bldP spid="1614" grpId="33" animBg="1" advAuto="0"/>
      <p:bldP spid="1615" grpId="24" animBg="1" advAuto="0"/>
      <p:bldP spid="1615" grpId="32" animBg="1" advAuto="0"/>
      <p:bldP spid="1617" grpId="25" animBg="1" advAuto="0"/>
      <p:bldP spid="1617" grpId="31" animBg="1" advAuto="0"/>
      <p:bldP spid="1618" grpId="26" animBg="1" advAuto="0"/>
      <p:bldP spid="1618" grpId="30" animBg="1" advAuto="0"/>
      <p:bldP spid="1619" grpId="27" animBg="1" advAuto="0"/>
      <p:bldP spid="1619" grpId="29" animBg="1" advAuto="0"/>
      <p:bldP spid="1621" grpId="35" animBg="1" advAuto="0"/>
      <p:bldP spid="1621" grpId="43" animBg="1" advAuto="0"/>
      <p:bldP spid="1622" grpId="34" animBg="1" advAuto="0"/>
      <p:bldP spid="1622" grpId="44" animBg="1" advAuto="0"/>
      <p:bldP spid="1623" grpId="36" animBg="1" advAuto="0"/>
      <p:bldP spid="1623" grpId="45" animBg="1" advAuto="0"/>
      <p:bldP spid="1625" grpId="38" animBg="1" advAuto="0"/>
      <p:bldP spid="1626" grpId="37" animBg="1" advAuto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grpSp>
        <p:nvGrpSpPr>
          <p:cNvPr id="1646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629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630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631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632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633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634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635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637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639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640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641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642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644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649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647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648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667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650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651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652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653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654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655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656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658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660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661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662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663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665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668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673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669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670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671" name="Line Line" descr="Line Lin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674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grpSp>
        <p:nvGrpSpPr>
          <p:cNvPr id="1692" name="Group"/>
          <p:cNvGrpSpPr/>
          <p:nvPr/>
        </p:nvGrpSpPr>
        <p:grpSpPr>
          <a:xfrm>
            <a:off x="988803" y="6185656"/>
            <a:ext cx="4237786" cy="1737920"/>
            <a:chOff x="0" y="0"/>
            <a:chExt cx="4237784" cy="1737918"/>
          </a:xfrm>
        </p:grpSpPr>
        <p:sp>
          <p:nvSpPr>
            <p:cNvPr id="1675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676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1677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678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679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680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681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683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685" name="end.: fa55"/>
            <p:cNvSpPr txBox="1"/>
            <p:nvPr/>
          </p:nvSpPr>
          <p:spPr>
            <a:xfrm>
              <a:off x="41311" y="1301241"/>
              <a:ext cx="1361822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fa55</a:t>
              </a:r>
            </a:p>
          </p:txBody>
        </p:sp>
        <p:sp>
          <p:nvSpPr>
            <p:cNvPr id="1686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687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688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690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693" name="Fa55"/>
          <p:cNvSpPr txBox="1"/>
          <p:nvPr/>
        </p:nvSpPr>
        <p:spPr>
          <a:xfrm>
            <a:off x="1145039" y="4872464"/>
            <a:ext cx="110251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 Fa55 </a:t>
            </a:r>
          </a:p>
        </p:txBody>
      </p:sp>
      <p:grpSp>
        <p:nvGrpSpPr>
          <p:cNvPr id="1698" name="Group"/>
          <p:cNvGrpSpPr/>
          <p:nvPr/>
        </p:nvGrpSpPr>
        <p:grpSpPr>
          <a:xfrm>
            <a:off x="382848" y="11620826"/>
            <a:ext cx="1297791" cy="1893273"/>
            <a:chOff x="0" y="-53881"/>
            <a:chExt cx="1297790" cy="1893272"/>
          </a:xfrm>
        </p:grpSpPr>
        <p:sp>
          <p:nvSpPr>
            <p:cNvPr id="1694" name="2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20</a:t>
              </a:r>
            </a:p>
          </p:txBody>
        </p:sp>
        <p:sp>
          <p:nvSpPr>
            <p:cNvPr id="1695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696" name="Line Line" descr="Line Lin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699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700" name="def adicionar_no(self, valor):…"/>
          <p:cNvSpPr txBox="1"/>
          <p:nvPr/>
        </p:nvSpPr>
        <p:spPr>
          <a:xfrm>
            <a:off x="10630276" y="739775"/>
            <a:ext cx="5784504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1701" name="def _adicionar_no_folha(self, no_atual, valor):…"/>
          <p:cNvSpPr txBox="1"/>
          <p:nvPr/>
        </p:nvSpPr>
        <p:spPr>
          <a:xfrm>
            <a:off x="10636815" y="2602802"/>
            <a:ext cx="7247781" cy="210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sp>
        <p:nvSpPr>
          <p:cNvPr id="1702" name="############################# altura…"/>
          <p:cNvSpPr txBox="1"/>
          <p:nvPr/>
        </p:nvSpPr>
        <p:spPr>
          <a:xfrm>
            <a:off x="10736961" y="4660626"/>
            <a:ext cx="7247782" cy="889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 </a:t>
            </a:r>
            <a:r>
              <a:t>############################# altura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t>no_atual.altura = </a:t>
            </a:r>
            <a:r>
              <a:rPr>
                <a:solidFill>
                  <a:srgbClr val="1750EB"/>
                </a:solidFill>
              </a:rPr>
              <a:t>1 </a:t>
            </a:r>
            <a:r>
              <a:t>+ 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11480"/>
                </a:solidFill>
              </a:rPr>
              <a:t>max</a:t>
            </a:r>
            <a:r>
              <a:t>(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._altura(no_atual.esquerda),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._altura(no_atual.direita) )</a:t>
            </a:r>
          </a:p>
        </p:txBody>
      </p:sp>
      <p:pic>
        <p:nvPicPr>
          <p:cNvPr id="1703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19148744" y="6431629"/>
            <a:ext cx="791527" cy="352234"/>
          </a:xfrm>
          <a:prstGeom prst="rect">
            <a:avLst/>
          </a:prstGeom>
        </p:spPr>
      </p:pic>
      <p:pic>
        <p:nvPicPr>
          <p:cNvPr id="1705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4757001" y="6769100"/>
            <a:ext cx="4262589" cy="76200"/>
          </a:xfrm>
          <a:prstGeom prst="rect">
            <a:avLst/>
          </a:prstGeom>
        </p:spPr>
      </p:pic>
      <p:sp>
        <p:nvSpPr>
          <p:cNvPr id="1707" name="E070"/>
          <p:cNvSpPr txBox="1"/>
          <p:nvPr/>
        </p:nvSpPr>
        <p:spPr>
          <a:xfrm>
            <a:off x="17780744" y="6152701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708" name="Rectangle"/>
          <p:cNvSpPr/>
          <p:nvPr/>
        </p:nvSpPr>
        <p:spPr>
          <a:xfrm>
            <a:off x="10606974" y="262102"/>
            <a:ext cx="12903860" cy="5319540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1709" name="def _balanceamento(self, no):…"/>
          <p:cNvSpPr txBox="1"/>
          <p:nvPr/>
        </p:nvSpPr>
        <p:spPr>
          <a:xfrm>
            <a:off x="11085234" y="712072"/>
            <a:ext cx="10677340" cy="142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_balanceamento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chemeClr val="accent1">
                    <a:hueOff val="114395"/>
                    <a:lumOff val="-24975"/>
                  </a:schemeClr>
                </a:solidFill>
              </a:rPr>
              <a:t>return</a:t>
            </a:r>
            <a:r>
              <a:t>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._altura(no.direito) -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._altura(no.esquerda)</a:t>
            </a:r>
          </a:p>
        </p:txBody>
      </p:sp>
      <p:sp>
        <p:nvSpPr>
          <p:cNvPr id="1710" name="0"/>
          <p:cNvSpPr txBox="1"/>
          <p:nvPr/>
        </p:nvSpPr>
        <p:spPr>
          <a:xfrm>
            <a:off x="14082466" y="2003466"/>
            <a:ext cx="424993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0</a:t>
            </a:r>
          </a:p>
        </p:txBody>
      </p:sp>
      <p:sp>
        <p:nvSpPr>
          <p:cNvPr id="1711" name="1"/>
          <p:cNvSpPr txBox="1"/>
          <p:nvPr/>
        </p:nvSpPr>
        <p:spPr>
          <a:xfrm>
            <a:off x="19769956" y="2003466"/>
            <a:ext cx="424993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1712" name="-1"/>
          <p:cNvSpPr txBox="1"/>
          <p:nvPr/>
        </p:nvSpPr>
        <p:spPr>
          <a:xfrm>
            <a:off x="12034962" y="1901866"/>
            <a:ext cx="652425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-1</a:t>
            </a:r>
          </a:p>
        </p:txBody>
      </p:sp>
      <p:sp>
        <p:nvSpPr>
          <p:cNvPr id="1713" name="E070"/>
          <p:cNvSpPr txBox="1"/>
          <p:nvPr/>
        </p:nvSpPr>
        <p:spPr>
          <a:xfrm>
            <a:off x="15224910" y="343028"/>
            <a:ext cx="761392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714" name="False"/>
          <p:cNvSpPr txBox="1"/>
          <p:nvPr/>
        </p:nvSpPr>
        <p:spPr>
          <a:xfrm>
            <a:off x="10921081" y="1052674"/>
            <a:ext cx="82285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1715" name="None"/>
          <p:cNvSpPr txBox="1"/>
          <p:nvPr/>
        </p:nvSpPr>
        <p:spPr>
          <a:xfrm>
            <a:off x="16043208" y="1443288"/>
            <a:ext cx="81810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716" name="def _altura(self, no):…"/>
          <p:cNvSpPr txBox="1"/>
          <p:nvPr/>
        </p:nvSpPr>
        <p:spPr>
          <a:xfrm>
            <a:off x="12937745" y="3126990"/>
            <a:ext cx="3802982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sp>
        <p:nvSpPr>
          <p:cNvPr id="1717" name="1"/>
          <p:cNvSpPr txBox="1"/>
          <p:nvPr/>
        </p:nvSpPr>
        <p:spPr>
          <a:xfrm>
            <a:off x="21049051" y="4803692"/>
            <a:ext cx="269648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1718" name="None"/>
          <p:cNvSpPr txBox="1"/>
          <p:nvPr/>
        </p:nvSpPr>
        <p:spPr>
          <a:xfrm>
            <a:off x="15846800" y="2817697"/>
            <a:ext cx="81810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719" name="Fa55"/>
          <p:cNvSpPr txBox="1"/>
          <p:nvPr/>
        </p:nvSpPr>
        <p:spPr>
          <a:xfrm>
            <a:off x="20062211" y="4788517"/>
            <a:ext cx="751053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Fa55</a:t>
            </a:r>
          </a:p>
        </p:txBody>
      </p:sp>
      <p:sp>
        <p:nvSpPr>
          <p:cNvPr id="1720" name="True"/>
          <p:cNvSpPr txBox="1"/>
          <p:nvPr/>
        </p:nvSpPr>
        <p:spPr>
          <a:xfrm>
            <a:off x="12810551" y="3573434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sp>
        <p:nvSpPr>
          <p:cNvPr id="1721" name="def _altura(self, no):…"/>
          <p:cNvSpPr txBox="1"/>
          <p:nvPr/>
        </p:nvSpPr>
        <p:spPr>
          <a:xfrm>
            <a:off x="18321556" y="3131868"/>
            <a:ext cx="3802981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sp>
        <p:nvSpPr>
          <p:cNvPr id="1722" name="Fa55"/>
          <p:cNvSpPr txBox="1"/>
          <p:nvPr/>
        </p:nvSpPr>
        <p:spPr>
          <a:xfrm>
            <a:off x="21230611" y="2822574"/>
            <a:ext cx="751053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Fa55</a:t>
            </a:r>
          </a:p>
        </p:txBody>
      </p:sp>
      <p:sp>
        <p:nvSpPr>
          <p:cNvPr id="1723" name="False"/>
          <p:cNvSpPr txBox="1"/>
          <p:nvPr/>
        </p:nvSpPr>
        <p:spPr>
          <a:xfrm>
            <a:off x="18194362" y="3578311"/>
            <a:ext cx="82285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pic>
        <p:nvPicPr>
          <p:cNvPr id="1724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3173955" y="2083672"/>
            <a:ext cx="4262589" cy="76201"/>
          </a:xfrm>
          <a:prstGeom prst="rect">
            <a:avLst/>
          </a:prstGeom>
        </p:spPr>
      </p:pic>
      <p:pic>
        <p:nvPicPr>
          <p:cNvPr id="1726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7671074" y="2083672"/>
            <a:ext cx="4262589" cy="76201"/>
          </a:xfrm>
          <a:prstGeom prst="rect">
            <a:avLst/>
          </a:prstGeom>
        </p:spPr>
      </p:pic>
      <p:sp>
        <p:nvSpPr>
          <p:cNvPr id="1728" name="Fa55"/>
          <p:cNvSpPr txBox="1"/>
          <p:nvPr/>
        </p:nvSpPr>
        <p:spPr>
          <a:xfrm>
            <a:off x="20498103" y="1448966"/>
            <a:ext cx="751054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Fa55</a:t>
            </a:r>
          </a:p>
        </p:txBody>
      </p:sp>
      <p:pic>
        <p:nvPicPr>
          <p:cNvPr id="1729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14150720">
            <a:off x="14014951" y="3124021"/>
            <a:ext cx="1943389" cy="352234"/>
          </a:xfrm>
          <a:prstGeom prst="rect">
            <a:avLst/>
          </a:prstGeom>
        </p:spPr>
      </p:pic>
      <p:pic>
        <p:nvPicPr>
          <p:cNvPr id="1731" name="Line Line" descr="Line Line"/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 rot="15322432">
            <a:off x="19359489" y="3411635"/>
            <a:ext cx="2220446" cy="352235"/>
          </a:xfrm>
          <a:prstGeom prst="rect">
            <a:avLst/>
          </a:prstGeom>
        </p:spPr>
      </p:pic>
      <p:sp>
        <p:nvSpPr>
          <p:cNvPr id="1733" name="-1"/>
          <p:cNvSpPr txBox="1"/>
          <p:nvPr/>
        </p:nvSpPr>
        <p:spPr>
          <a:xfrm>
            <a:off x="12034962" y="5824735"/>
            <a:ext cx="652425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-1</a:t>
            </a:r>
          </a:p>
        </p:txBody>
      </p:sp>
      <p:pic>
        <p:nvPicPr>
          <p:cNvPr id="1734" name="Line Line" descr="Line Line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 rot="5400000">
            <a:off x="10717473" y="4028697"/>
            <a:ext cx="3115182" cy="352235"/>
          </a:xfrm>
          <a:prstGeom prst="rect">
            <a:avLst/>
          </a:prstGeom>
        </p:spPr>
      </p:pic>
      <p:sp>
        <p:nvSpPr>
          <p:cNvPr id="1736" name="False"/>
          <p:cNvSpPr txBox="1"/>
          <p:nvPr/>
        </p:nvSpPr>
        <p:spPr>
          <a:xfrm>
            <a:off x="10404148" y="6766323"/>
            <a:ext cx="82286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1737" name="False"/>
          <p:cNvSpPr txBox="1"/>
          <p:nvPr/>
        </p:nvSpPr>
        <p:spPr>
          <a:xfrm>
            <a:off x="10404148" y="10017853"/>
            <a:ext cx="82286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1738" name="E070"/>
          <p:cNvSpPr txBox="1"/>
          <p:nvPr/>
        </p:nvSpPr>
        <p:spPr>
          <a:xfrm>
            <a:off x="12836116" y="12866547"/>
            <a:ext cx="761391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739" name="2"/>
          <p:cNvSpPr txBox="1"/>
          <p:nvPr/>
        </p:nvSpPr>
        <p:spPr>
          <a:xfrm>
            <a:off x="4392445" y="4872464"/>
            <a:ext cx="312015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740" name="############################# Fator Balanceamento…"/>
          <p:cNvSpPr txBox="1"/>
          <p:nvPr/>
        </p:nvSpPr>
        <p:spPr>
          <a:xfrm>
            <a:off x="10711289" y="5897912"/>
            <a:ext cx="12354013" cy="774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</a:t>
            </a:r>
            <a:r>
              <a:t>############################# Fator Balanceamento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0000"/>
                </a:solidFill>
              </a:rPr>
              <a:t>balanceamento </a:t>
            </a:r>
            <a:r>
              <a:t>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._balanceamento(no_atual)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t> </a:t>
            </a:r>
            <a:r>
              <a:rPr>
                <a:solidFill>
                  <a:srgbClr val="080808"/>
                </a:solidFill>
              </a:rPr>
              <a:t>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&lt;</a:t>
            </a:r>
            <a:r>
              <a:rPr>
                <a:solidFill>
                  <a:srgbClr val="080808"/>
                </a:solidFill>
              </a:rPr>
              <a:t> -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 </a:t>
            </a:r>
            <a:r>
              <a:rPr i="1">
                <a:solidFill>
                  <a:srgbClr val="8C8C8C"/>
                </a:solidFill>
              </a:rPr>
              <a:t># rotação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&lt; no_atual.esquerda.valor: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._rotacao_esquerda(no_atual.esquerda)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&gt;</a:t>
            </a:r>
            <a:r>
              <a:rPr>
                <a:solidFill>
                  <a:srgbClr val="080808"/>
                </a:solidFill>
              </a:rPr>
              <a:t> 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&gt; no_atual.direita.valor: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._rotacao_direita(no_atual.direita)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no_atual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0" fill="hold"/>
                                        <p:tgtEl>
                                          <p:spTgt spid="16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0" fill="hold"/>
                                        <p:tgtEl>
                                          <p:spTgt spid="16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0"/>
                            </p:stCondLst>
                            <p:childTnLst>
                              <p:par>
                                <p:cTn id="10" presetID="23" presetClass="entr" presetSubtype="16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6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6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500"/>
                            </p:stCondLst>
                            <p:childTnLst>
                              <p:par>
                                <p:cTn id="15" presetID="22" presetClass="entr" presetSubtype="8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00"/>
                                        <p:tgtEl>
                                          <p:spTgt spid="17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1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7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3" presetClass="entr" presetSubtype="16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1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7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7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3" presetClass="entr" presetSubtype="16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1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7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7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3" presetClass="entr" presetSubtype="16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7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7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1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7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7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000"/>
                            </p:stCondLst>
                            <p:childTnLst>
                              <p:par>
                                <p:cTn id="45" presetID="23" presetClass="entr" presetSubtype="16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1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7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7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000"/>
                            </p:stCondLst>
                            <p:childTnLst>
                              <p:par>
                                <p:cTn id="50" presetID="22" presetClass="entr" presetSubtype="8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1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0"/>
                            </p:stCondLst>
                            <p:childTnLst>
                              <p:par>
                                <p:cTn id="54" presetID="23" presetClass="entr" presetSubtype="16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" fill="hold"/>
                                        <p:tgtEl>
                                          <p:spTgt spid="1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17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7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3" presetClass="entr" presetSubtype="16" fill="hold" grpId="1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1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2500" fill="hold"/>
                                        <p:tgtEl>
                                          <p:spTgt spid="17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2500" fill="hold"/>
                                        <p:tgtEl>
                                          <p:spTgt spid="17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500"/>
                            </p:stCondLst>
                            <p:childTnLst>
                              <p:par>
                                <p:cTn id="65" presetID="23" presetClass="entr" presetSubtype="16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1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17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7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3500"/>
                            </p:stCondLst>
                            <p:childTnLst>
                              <p:par>
                                <p:cTn id="70" presetID="23" presetClass="entr" presetSubtype="16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1" fill="hold"/>
                                        <p:tgtEl>
                                          <p:spTgt spid="1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17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17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3" presetClass="entr" presetSubtype="16" fill="hold" grpId="1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7" fill="hold"/>
                                        <p:tgtEl>
                                          <p:spTgt spid="1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600" fill="hold"/>
                                        <p:tgtEl>
                                          <p:spTgt spid="17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17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600"/>
                            </p:stCondLst>
                            <p:childTnLst>
                              <p:par>
                                <p:cTn id="81" presetID="23" presetClass="entr" presetSubtype="16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1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17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17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9" presetClass="exit" fill="hold" grpId="1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8" dur="900" fill="hold"/>
                                        <p:tgtEl>
                                          <p:spTgt spid="17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900"/>
                            </p:stCondLst>
                            <p:childTnLst>
                              <p:par>
                                <p:cTn id="91" presetID="9" presetClass="exit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2" dur="500" fill="hold"/>
                                        <p:tgtEl>
                                          <p:spTgt spid="17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400"/>
                            </p:stCondLst>
                            <p:childTnLst>
                              <p:par>
                                <p:cTn id="95" presetID="9" presetClass="exit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6" dur="900" fill="hold"/>
                                        <p:tgtEl>
                                          <p:spTgt spid="17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2300"/>
                            </p:stCondLst>
                            <p:childTnLst>
                              <p:par>
                                <p:cTn id="99" presetID="9" presetClass="exit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00" dur="900" fill="hold"/>
                                        <p:tgtEl>
                                          <p:spTgt spid="17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2" presetClass="entr" presetSubtype="8" fill="hold" grpId="2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5" fill="hold"/>
                                        <p:tgtEl>
                                          <p:spTgt spid="1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6" dur="1000"/>
                                        <p:tgtEl>
                                          <p:spTgt spid="17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000"/>
                            </p:stCondLst>
                            <p:childTnLst>
                              <p:par>
                                <p:cTn id="108" presetID="23" presetClass="entr" presetSubtype="16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9" fill="hold"/>
                                        <p:tgtEl>
                                          <p:spTgt spid="1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0" dur="1000" fill="hold"/>
                                        <p:tgtEl>
                                          <p:spTgt spid="17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1000" fill="hold"/>
                                        <p:tgtEl>
                                          <p:spTgt spid="17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23" presetClass="entr" presetSubtype="16" fill="hold" grpId="2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5" fill="hold"/>
                                        <p:tgtEl>
                                          <p:spTgt spid="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6" dur="2500" fill="hold"/>
                                        <p:tgtEl>
                                          <p:spTgt spid="17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2500" fill="hold"/>
                                        <p:tgtEl>
                                          <p:spTgt spid="17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2500"/>
                            </p:stCondLst>
                            <p:childTnLst>
                              <p:par>
                                <p:cTn id="119" presetID="23" presetClass="entr" presetSubtype="16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0" fill="hold"/>
                                        <p:tgtEl>
                                          <p:spTgt spid="1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1000" fill="hold"/>
                                        <p:tgtEl>
                                          <p:spTgt spid="17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1000" fill="hold"/>
                                        <p:tgtEl>
                                          <p:spTgt spid="17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3500"/>
                            </p:stCondLst>
                            <p:childTnLst>
                              <p:par>
                                <p:cTn id="124" presetID="23" presetClass="entr" presetSubtype="16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5" fill="hold"/>
                                        <p:tgtEl>
                                          <p:spTgt spid="1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6" dur="1000" fill="hold"/>
                                        <p:tgtEl>
                                          <p:spTgt spid="17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1000" fill="hold"/>
                                        <p:tgtEl>
                                          <p:spTgt spid="17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4500"/>
                            </p:stCondLst>
                            <p:childTnLst>
                              <p:par>
                                <p:cTn id="129" presetID="23" presetClass="entr" presetSubtype="16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1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1" dur="1000" fill="hold"/>
                                        <p:tgtEl>
                                          <p:spTgt spid="17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1000" fill="hold"/>
                                        <p:tgtEl>
                                          <p:spTgt spid="17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5500"/>
                            </p:stCondLst>
                            <p:childTnLst>
                              <p:par>
                                <p:cTn id="134" presetID="23" presetClass="entr" presetSubtype="16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5" fill="hold"/>
                                        <p:tgtEl>
                                          <p:spTgt spid="1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1000" fill="hold"/>
                                        <p:tgtEl>
                                          <p:spTgt spid="17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1000" fill="hold"/>
                                        <p:tgtEl>
                                          <p:spTgt spid="17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23" presetClass="entr" presetSubtype="16" fill="hold" grpId="2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1" fill="hold"/>
                                        <p:tgtEl>
                                          <p:spTgt spid="1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600" fill="hold"/>
                                        <p:tgtEl>
                                          <p:spTgt spid="17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600" fill="hold"/>
                                        <p:tgtEl>
                                          <p:spTgt spid="17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600"/>
                            </p:stCondLst>
                            <p:childTnLst>
                              <p:par>
                                <p:cTn id="145" presetID="23" presetClass="entr" presetSubtype="16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6" fill="hold"/>
                                        <p:tgtEl>
                                          <p:spTgt spid="1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7" dur="1000" fill="hold"/>
                                        <p:tgtEl>
                                          <p:spTgt spid="17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1000" fill="hold"/>
                                        <p:tgtEl>
                                          <p:spTgt spid="17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9" presetClass="exit" fill="hold" grpId="3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2" dur="800" fill="hold"/>
                                        <p:tgtEl>
                                          <p:spTgt spid="17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3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800"/>
                            </p:stCondLst>
                            <p:childTnLst>
                              <p:par>
                                <p:cTn id="155" presetID="9" presetClass="exit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6" dur="900" fill="hold"/>
                                        <p:tgtEl>
                                          <p:spTgt spid="17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1700"/>
                            </p:stCondLst>
                            <p:childTnLst>
                              <p:par>
                                <p:cTn id="159" presetID="9" presetClass="exit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0" dur="500" fill="hold"/>
                                        <p:tgtEl>
                                          <p:spTgt spid="17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2200"/>
                            </p:stCondLst>
                            <p:childTnLst>
                              <p:par>
                                <p:cTn id="163" presetID="9" presetClass="exit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4" dur="500" fill="hold"/>
                                        <p:tgtEl>
                                          <p:spTgt spid="17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5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2700"/>
                            </p:stCondLst>
                            <p:childTnLst>
                              <p:par>
                                <p:cTn id="167" presetID="9" presetClass="exit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8" dur="900" fill="hold"/>
                                        <p:tgtEl>
                                          <p:spTgt spid="17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9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3600"/>
                            </p:stCondLst>
                            <p:childTnLst>
                              <p:par>
                                <p:cTn id="171" presetID="9" presetClass="exit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72" dur="900" fill="hold"/>
                                        <p:tgtEl>
                                          <p:spTgt spid="17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3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indefinite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23" presetClass="entr" presetSubtype="16" fill="hold" grpId="3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7" fill="hold"/>
                                        <p:tgtEl>
                                          <p:spTgt spid="1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8" dur="1000" fill="hold"/>
                                        <p:tgtEl>
                                          <p:spTgt spid="17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1000" fill="hold"/>
                                        <p:tgtEl>
                                          <p:spTgt spid="17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indefinite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23" presetClass="entr" presetSubtype="16" fill="hold" grpId="3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3" fill="hold"/>
                                        <p:tgtEl>
                                          <p:spTgt spid="1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4" dur="600" fill="hold"/>
                                        <p:tgtEl>
                                          <p:spTgt spid="17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600" fill="hold"/>
                                        <p:tgtEl>
                                          <p:spTgt spid="17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600"/>
                            </p:stCondLst>
                            <p:childTnLst>
                              <p:par>
                                <p:cTn id="187" presetID="23" presetClass="entr" presetSubtype="16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8" fill="hold"/>
                                        <p:tgtEl>
                                          <p:spTgt spid="1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9" dur="1000" fill="hold"/>
                                        <p:tgtEl>
                                          <p:spTgt spid="17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1000" fill="hold"/>
                                        <p:tgtEl>
                                          <p:spTgt spid="17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indefinite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9" presetClass="exit" fill="hold" grpId="3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4" dur="900" fill="hold"/>
                                        <p:tgtEl>
                                          <p:spTgt spid="17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900"/>
                            </p:stCondLst>
                            <p:childTnLst>
                              <p:par>
                                <p:cTn id="197" presetID="9" presetClass="exit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8" dur="900" fill="hold"/>
                                        <p:tgtEl>
                                          <p:spTgt spid="17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9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1800"/>
                            </p:stCondLst>
                            <p:childTnLst>
                              <p:par>
                                <p:cTn id="201" presetID="9" presetClass="exit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2" dur="800" fill="hold"/>
                                        <p:tgtEl>
                                          <p:spTgt spid="17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3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4" fill="hold">
                            <p:stCondLst>
                              <p:cond delay="2600"/>
                            </p:stCondLst>
                            <p:childTnLst>
                              <p:par>
                                <p:cTn id="205" presetID="9" presetClass="exit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6" dur="800" fill="hold"/>
                                        <p:tgtEl>
                                          <p:spTgt spid="17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7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8" fill="hold">
                            <p:stCondLst>
                              <p:cond delay="3400"/>
                            </p:stCondLst>
                            <p:childTnLst>
                              <p:par>
                                <p:cTn id="209" presetID="9" presetClass="exit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0" dur="800" fill="hold"/>
                                        <p:tgtEl>
                                          <p:spTgt spid="17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"/>
                            </p:stCondLst>
                            <p:childTnLst>
                              <p:par>
                                <p:cTn id="213" presetID="9" presetClass="exit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4" dur="800" fill="hold"/>
                                        <p:tgtEl>
                                          <p:spTgt spid="17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5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5000"/>
                            </p:stCondLst>
                            <p:childTnLst>
                              <p:par>
                                <p:cTn id="217" presetID="9" presetClass="exit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8" dur="500" fill="hold"/>
                                        <p:tgtEl>
                                          <p:spTgt spid="17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0" fill="hold">
                            <p:stCondLst>
                              <p:cond delay="5500"/>
                            </p:stCondLst>
                            <p:childTnLst>
                              <p:par>
                                <p:cTn id="221" presetID="9" presetClass="exit" fill="hold" grpId="4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22" dur="500" fill="hold"/>
                                        <p:tgtEl>
                                          <p:spTgt spid="17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3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4" fill="hold">
                            <p:stCondLst>
                              <p:cond delay="6000"/>
                            </p:stCondLst>
                            <p:childTnLst>
                              <p:par>
                                <p:cTn id="225" presetID="9" presetClass="exit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26" dur="500" fill="hold"/>
                                        <p:tgtEl>
                                          <p:spTgt spid="17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7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8" fill="hold">
                            <p:stCondLst>
                              <p:cond delay="6500"/>
                            </p:stCondLst>
                            <p:childTnLst>
                              <p:par>
                                <p:cTn id="229" presetID="9" presetClass="exit" fill="hold" grpId="4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30" dur="800" fill="hold"/>
                                        <p:tgtEl>
                                          <p:spTgt spid="17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2" fill="hold">
                            <p:stCondLst>
                              <p:cond delay="7300"/>
                            </p:stCondLst>
                            <p:childTnLst>
                              <p:par>
                                <p:cTn id="233" presetID="9" presetClass="exit" fill="hold" grpId="4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34" dur="800" fill="hold"/>
                                        <p:tgtEl>
                                          <p:spTgt spid="17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6" fill="hold">
                            <p:stCondLst>
                              <p:cond delay="8100"/>
                            </p:stCondLst>
                            <p:childTnLst>
                              <p:par>
                                <p:cTn id="237" presetID="9" presetClass="exit" fill="hold" grpId="5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38" dur="800" fill="hold"/>
                                        <p:tgtEl>
                                          <p:spTgt spid="17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0" fill="hold">
                      <p:stCondLst>
                        <p:cond delay="indefinite"/>
                      </p:stCondLst>
                      <p:childTnLst>
                        <p:par>
                          <p:cTn id="241" fill="hold">
                            <p:stCondLst>
                              <p:cond delay="0"/>
                            </p:stCondLst>
                            <p:childTnLst>
                              <p:par>
                                <p:cTn id="242" presetID="9" presetClass="exit" fill="hold" grpId="5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43" dur="500" fill="hold"/>
                                        <p:tgtEl>
                                          <p:spTgt spid="17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4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5" fill="hold">
                            <p:stCondLst>
                              <p:cond delay="500"/>
                            </p:stCondLst>
                            <p:childTnLst>
                              <p:par>
                                <p:cTn id="246" presetID="9" presetClass="exit" fill="hold" grpId="5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47" dur="800" fill="hold"/>
                                        <p:tgtEl>
                                          <p:spTgt spid="17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9" fill="hold">
                            <p:stCondLst>
                              <p:cond delay="1300"/>
                            </p:stCondLst>
                            <p:childTnLst>
                              <p:par>
                                <p:cTn id="250" presetID="9" presetClass="exit" fill="hold" grpId="5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51" dur="800" fill="hold"/>
                                        <p:tgtEl>
                                          <p:spTgt spid="17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3" fill="hold">
                      <p:stCondLst>
                        <p:cond delay="indefinite"/>
                      </p:stCondLst>
                      <p:childTnLst>
                        <p:par>
                          <p:cTn id="254" fill="hold">
                            <p:stCondLst>
                              <p:cond delay="0"/>
                            </p:stCondLst>
                            <p:childTnLst>
                              <p:par>
                                <p:cTn id="255" presetID="23" presetClass="entr" presetSubtype="16" fill="hold" grpId="5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6" fill="hold"/>
                                        <p:tgtEl>
                                          <p:spTgt spid="1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7" dur="1000" fill="hold"/>
                                        <p:tgtEl>
                                          <p:spTgt spid="17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8" dur="1000" fill="hold"/>
                                        <p:tgtEl>
                                          <p:spTgt spid="17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9" fill="hold">
                            <p:stCondLst>
                              <p:cond delay="1000"/>
                            </p:stCondLst>
                            <p:childTnLst>
                              <p:par>
                                <p:cTn id="260" presetID="23" presetClass="entr" presetSubtype="16" fill="hold" grpId="5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1" fill="hold"/>
                                        <p:tgtEl>
                                          <p:spTgt spid="1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2" dur="1000" fill="hold"/>
                                        <p:tgtEl>
                                          <p:spTgt spid="17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3" dur="1000" fill="hold"/>
                                        <p:tgtEl>
                                          <p:spTgt spid="17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4" fill="hold">
                            <p:stCondLst>
                              <p:cond delay="2000"/>
                            </p:stCondLst>
                            <p:childTnLst>
                              <p:par>
                                <p:cTn id="265" presetID="23" presetClass="entr" presetSubtype="16" fill="hold" grpId="5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6" fill="hold"/>
                                        <p:tgtEl>
                                          <p:spTgt spid="1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7" dur="1000" fill="hold"/>
                                        <p:tgtEl>
                                          <p:spTgt spid="17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8" dur="1000" fill="hold"/>
                                        <p:tgtEl>
                                          <p:spTgt spid="17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9" fill="hold">
                      <p:stCondLst>
                        <p:cond delay="indefinite"/>
                      </p:stCondLst>
                      <p:childTnLst>
                        <p:par>
                          <p:cTn id="270" fill="hold">
                            <p:stCondLst>
                              <p:cond delay="0"/>
                            </p:stCondLst>
                            <p:childTnLst>
                              <p:par>
                                <p:cTn id="271" presetID="9" presetClass="exit" fill="hold" grpId="5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72" dur="900" fill="hold"/>
                                        <p:tgtEl>
                                          <p:spTgt spid="17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3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4" fill="hold">
                            <p:stCondLst>
                              <p:cond delay="900"/>
                            </p:stCondLst>
                            <p:childTnLst>
                              <p:par>
                                <p:cTn id="275" presetID="9" presetClass="exit" fill="hold" grpId="5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76" dur="900" fill="hold"/>
                                        <p:tgtEl>
                                          <p:spTgt spid="17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7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8" fill="hold">
                      <p:stCondLst>
                        <p:cond delay="indefinite"/>
                      </p:stCondLst>
                      <p:childTnLst>
                        <p:par>
                          <p:cTn id="279" fill="hold">
                            <p:stCondLst>
                              <p:cond delay="0"/>
                            </p:stCondLst>
                            <p:childTnLst>
                              <p:par>
                                <p:cTn id="280" presetID="9" presetClass="exit" fill="hold" grpId="5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81" dur="500" fill="hold"/>
                                        <p:tgtEl>
                                          <p:spTgt spid="17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93" grpId="1" animBg="1" advAuto="0"/>
      <p:bldP spid="1699" grpId="2" animBg="1" advAuto="0"/>
      <p:bldP spid="1703" grpId="3" animBg="1" advAuto="0"/>
      <p:bldP spid="1703" grpId="52" animBg="1" advAuto="0"/>
      <p:bldP spid="1705" grpId="4" animBg="1" advAuto="0"/>
      <p:bldP spid="1705" grpId="53" animBg="1" advAuto="0"/>
      <p:bldP spid="1707" grpId="5" animBg="1" advAuto="0"/>
      <p:bldP spid="1707" grpId="51" animBg="1" advAuto="0"/>
      <p:bldP spid="1708" grpId="6" animBg="1" advAuto="0"/>
      <p:bldP spid="1708" grpId="50" animBg="1" advAuto="0"/>
      <p:bldP spid="1709" grpId="7" animBg="1" advAuto="0"/>
      <p:bldP spid="1709" grpId="48" animBg="1" advAuto="0"/>
      <p:bldP spid="1710" grpId="16" animBg="1" advAuto="0"/>
      <p:bldP spid="1710" grpId="41" animBg="1" advAuto="0"/>
      <p:bldP spid="1711" grpId="29" animBg="1" advAuto="0"/>
      <p:bldP spid="1711" grpId="42" animBg="1" advAuto="0"/>
      <p:bldP spid="1712" grpId="36" animBg="1" advAuto="0"/>
      <p:bldP spid="1712" grpId="40" animBg="1" advAuto="0"/>
      <p:bldP spid="1713" grpId="8" animBg="1" advAuto="0"/>
      <p:bldP spid="1713" grpId="47" animBg="1" advAuto="0"/>
      <p:bldP spid="1714" grpId="9" animBg="1" advAuto="0"/>
      <p:bldP spid="1714" grpId="49" animBg="1" advAuto="0"/>
      <p:bldP spid="1715" grpId="11" animBg="1" advAuto="0"/>
      <p:bldP spid="1715" grpId="45" animBg="1" advAuto="0"/>
      <p:bldP spid="1716" grpId="12" animBg="1" advAuto="0"/>
      <p:bldP spid="1716" grpId="20" animBg="1" advAuto="0"/>
      <p:bldP spid="1717" grpId="27" animBg="1" advAuto="0"/>
      <p:bldP spid="1717" grpId="34" animBg="1" advAuto="0"/>
      <p:bldP spid="1718" grpId="13" animBg="1" advAuto="0"/>
      <p:bldP spid="1718" grpId="18" animBg="1" advAuto="0"/>
      <p:bldP spid="1719" grpId="26" animBg="1" advAuto="0"/>
      <p:bldP spid="1719" grpId="33" animBg="1" advAuto="0"/>
      <p:bldP spid="1720" grpId="14" animBg="1" advAuto="0"/>
      <p:bldP spid="1720" grpId="19" animBg="1" advAuto="0"/>
      <p:bldP spid="1721" grpId="23" animBg="1" advAuto="0"/>
      <p:bldP spid="1721" grpId="35" animBg="1" advAuto="0"/>
      <p:bldP spid="1722" grpId="24" animBg="1" advAuto="0"/>
      <p:bldP spid="1722" grpId="32" animBg="1" advAuto="0"/>
      <p:bldP spid="1723" grpId="25" animBg="1" advAuto="0"/>
      <p:bldP spid="1723" grpId="31" animBg="1" advAuto="0"/>
      <p:bldP spid="1724" grpId="10" animBg="1" advAuto="0"/>
      <p:bldP spid="1724" grpId="43" animBg="1" advAuto="0"/>
      <p:bldP spid="1726" grpId="21" animBg="1" advAuto="0"/>
      <p:bldP spid="1726" grpId="44" animBg="1" advAuto="0"/>
      <p:bldP spid="1728" grpId="22" animBg="1" advAuto="0"/>
      <p:bldP spid="1728" grpId="46" animBg="1" advAuto="0"/>
      <p:bldP spid="1729" grpId="15" animBg="1" advAuto="0"/>
      <p:bldP spid="1729" grpId="17" animBg="1" advAuto="0"/>
      <p:bldP spid="1731" grpId="28" animBg="1" advAuto="0"/>
      <p:bldP spid="1731" grpId="30" animBg="1" advAuto="0"/>
      <p:bldP spid="1733" grpId="38" animBg="1" advAuto="0"/>
      <p:bldP spid="1734" grpId="37" animBg="1" advAuto="0"/>
      <p:bldP spid="1734" grpId="39" animBg="1" advAuto="0"/>
      <p:bldP spid="1736" grpId="54" animBg="1" advAuto="0"/>
      <p:bldP spid="1736" grpId="57" animBg="1" advAuto="0"/>
      <p:bldP spid="1737" grpId="55" animBg="1" advAuto="0"/>
      <p:bldP spid="1737" grpId="58" animBg="1" advAuto="0"/>
      <p:bldP spid="1738" grpId="56" animBg="1" advAuto="0"/>
      <p:bldP spid="1738" grpId="59" animBg="1" advAuto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2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1743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8278352" y="2344285"/>
            <a:ext cx="1349835" cy="76201"/>
          </a:xfrm>
          <a:prstGeom prst="rect">
            <a:avLst/>
          </a:prstGeom>
        </p:spPr>
      </p:pic>
      <p:sp>
        <p:nvSpPr>
          <p:cNvPr id="1745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1746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grpSp>
        <p:nvGrpSpPr>
          <p:cNvPr id="1764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747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748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749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750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751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752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753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755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757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758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759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760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762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767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765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766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785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768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769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770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771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772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773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774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776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778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779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780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781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783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786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791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787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788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789" name="Line Line" descr="Line Lin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792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grpSp>
        <p:nvGrpSpPr>
          <p:cNvPr id="1810" name="Group"/>
          <p:cNvGrpSpPr/>
          <p:nvPr/>
        </p:nvGrpSpPr>
        <p:grpSpPr>
          <a:xfrm>
            <a:off x="988803" y="6185656"/>
            <a:ext cx="4237786" cy="1737920"/>
            <a:chOff x="0" y="0"/>
            <a:chExt cx="4237784" cy="1737918"/>
          </a:xfrm>
        </p:grpSpPr>
        <p:sp>
          <p:nvSpPr>
            <p:cNvPr id="1793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794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1795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796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797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798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799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801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803" name="end.: fa55"/>
            <p:cNvSpPr txBox="1"/>
            <p:nvPr/>
          </p:nvSpPr>
          <p:spPr>
            <a:xfrm>
              <a:off x="41311" y="1301241"/>
              <a:ext cx="1361822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fa55</a:t>
              </a:r>
            </a:p>
          </p:txBody>
        </p:sp>
        <p:sp>
          <p:nvSpPr>
            <p:cNvPr id="1804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805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806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808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811" name="Fa55"/>
          <p:cNvSpPr txBox="1"/>
          <p:nvPr/>
        </p:nvSpPr>
        <p:spPr>
          <a:xfrm>
            <a:off x="1145039" y="4872464"/>
            <a:ext cx="110251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 Fa55 </a:t>
            </a:r>
          </a:p>
        </p:txBody>
      </p:sp>
      <p:grpSp>
        <p:nvGrpSpPr>
          <p:cNvPr id="1816" name="Group"/>
          <p:cNvGrpSpPr/>
          <p:nvPr/>
        </p:nvGrpSpPr>
        <p:grpSpPr>
          <a:xfrm>
            <a:off x="382848" y="11620826"/>
            <a:ext cx="1297791" cy="1893273"/>
            <a:chOff x="0" y="-53881"/>
            <a:chExt cx="1297790" cy="1893272"/>
          </a:xfrm>
        </p:grpSpPr>
        <p:sp>
          <p:nvSpPr>
            <p:cNvPr id="1812" name="2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20</a:t>
              </a:r>
            </a:p>
          </p:txBody>
        </p:sp>
        <p:sp>
          <p:nvSpPr>
            <p:cNvPr id="1813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814" name="Line Line" descr="Line Lin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817" name="############################# altura…"/>
          <p:cNvSpPr txBox="1"/>
          <p:nvPr/>
        </p:nvSpPr>
        <p:spPr>
          <a:xfrm>
            <a:off x="10758073" y="7988026"/>
            <a:ext cx="13192349" cy="1346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 </a:t>
            </a:r>
            <a:r>
              <a:t>############################# altura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t>no_atual.altura = </a:t>
            </a:r>
            <a:r>
              <a:rPr>
                <a:solidFill>
                  <a:srgbClr val="1750EB"/>
                </a:solidFill>
              </a:rPr>
              <a:t>1 </a:t>
            </a:r>
            <a:r>
              <a:t>+ 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11480"/>
                </a:solidFill>
              </a:rPr>
              <a:t>max</a:t>
            </a:r>
            <a:r>
              <a:t>(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._altura(no_atual.esquerda),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._altura(no_atual.direita) )</a:t>
            </a:r>
          </a:p>
        </p:txBody>
      </p:sp>
      <p:sp>
        <p:nvSpPr>
          <p:cNvPr id="1818" name="A310"/>
          <p:cNvSpPr txBox="1"/>
          <p:nvPr/>
        </p:nvSpPr>
        <p:spPr>
          <a:xfrm>
            <a:off x="15402329" y="8669086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1819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3000331" y="9289967"/>
            <a:ext cx="5153198" cy="76201"/>
          </a:xfrm>
          <a:prstGeom prst="rect">
            <a:avLst/>
          </a:prstGeom>
        </p:spPr>
      </p:pic>
      <p:sp>
        <p:nvSpPr>
          <p:cNvPr id="1821" name="E070"/>
          <p:cNvSpPr txBox="1"/>
          <p:nvPr/>
        </p:nvSpPr>
        <p:spPr>
          <a:xfrm>
            <a:off x="16796029" y="8669086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822" name="def _altura(self, no):…"/>
          <p:cNvSpPr txBox="1"/>
          <p:nvPr/>
        </p:nvSpPr>
        <p:spPr>
          <a:xfrm>
            <a:off x="12831719" y="11337111"/>
            <a:ext cx="3802981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sp>
        <p:nvSpPr>
          <p:cNvPr id="1823" name="2"/>
          <p:cNvSpPr txBox="1"/>
          <p:nvPr/>
        </p:nvSpPr>
        <p:spPr>
          <a:xfrm>
            <a:off x="15609025" y="12988413"/>
            <a:ext cx="269647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pic>
        <p:nvPicPr>
          <p:cNvPr id="1824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6603522" y="11402286"/>
            <a:ext cx="791528" cy="352235"/>
          </a:xfrm>
          <a:prstGeom prst="rect">
            <a:avLst/>
          </a:prstGeom>
        </p:spPr>
      </p:pic>
      <p:sp>
        <p:nvSpPr>
          <p:cNvPr id="1826" name="E070"/>
          <p:cNvSpPr txBox="1"/>
          <p:nvPr/>
        </p:nvSpPr>
        <p:spPr>
          <a:xfrm>
            <a:off x="15740774" y="11027818"/>
            <a:ext cx="761391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827" name="E070"/>
          <p:cNvSpPr txBox="1"/>
          <p:nvPr/>
        </p:nvSpPr>
        <p:spPr>
          <a:xfrm>
            <a:off x="14622184" y="12973238"/>
            <a:ext cx="761392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828" name="False"/>
          <p:cNvSpPr txBox="1"/>
          <p:nvPr/>
        </p:nvSpPr>
        <p:spPr>
          <a:xfrm>
            <a:off x="12704524" y="11783554"/>
            <a:ext cx="82285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1829" name="2"/>
          <p:cNvSpPr txBox="1"/>
          <p:nvPr/>
        </p:nvSpPr>
        <p:spPr>
          <a:xfrm>
            <a:off x="15208232" y="9394533"/>
            <a:ext cx="347321" cy="597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3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pic>
        <p:nvPicPr>
          <p:cNvPr id="1830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15642686">
            <a:off x="14234098" y="11257956"/>
            <a:ext cx="2796511" cy="352235"/>
          </a:xfrm>
          <a:prstGeom prst="rect">
            <a:avLst/>
          </a:prstGeom>
        </p:spPr>
      </p:pic>
      <p:sp>
        <p:nvSpPr>
          <p:cNvPr id="1832" name="A310"/>
          <p:cNvSpPr txBox="1"/>
          <p:nvPr/>
        </p:nvSpPr>
        <p:spPr>
          <a:xfrm>
            <a:off x="20891698" y="8664158"/>
            <a:ext cx="77172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1833" name="Line Line" descr="Line Line"/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 rot="10800000">
            <a:off x="18489700" y="9285040"/>
            <a:ext cx="5153198" cy="76201"/>
          </a:xfrm>
          <a:prstGeom prst="rect">
            <a:avLst/>
          </a:prstGeom>
        </p:spPr>
      </p:pic>
      <p:sp>
        <p:nvSpPr>
          <p:cNvPr id="1835" name="None"/>
          <p:cNvSpPr txBox="1"/>
          <p:nvPr/>
        </p:nvSpPr>
        <p:spPr>
          <a:xfrm>
            <a:off x="22285397" y="8664158"/>
            <a:ext cx="81811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836" name="0"/>
          <p:cNvSpPr txBox="1"/>
          <p:nvPr/>
        </p:nvSpPr>
        <p:spPr>
          <a:xfrm>
            <a:off x="20676489" y="9394533"/>
            <a:ext cx="347321" cy="597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3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0</a:t>
            </a:r>
          </a:p>
        </p:txBody>
      </p:sp>
      <p:sp>
        <p:nvSpPr>
          <p:cNvPr id="1837" name="def _altura(self, no):…"/>
          <p:cNvSpPr txBox="1"/>
          <p:nvPr/>
        </p:nvSpPr>
        <p:spPr>
          <a:xfrm>
            <a:off x="19165555" y="10868062"/>
            <a:ext cx="3802982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pic>
        <p:nvPicPr>
          <p:cNvPr id="1838" name="Line Line" descr="Line Line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 rot="10800000">
            <a:off x="22937359" y="10933236"/>
            <a:ext cx="791528" cy="352235"/>
          </a:xfrm>
          <a:prstGeom prst="rect">
            <a:avLst/>
          </a:prstGeom>
        </p:spPr>
      </p:pic>
      <p:sp>
        <p:nvSpPr>
          <p:cNvPr id="1840" name="None"/>
          <p:cNvSpPr txBox="1"/>
          <p:nvPr/>
        </p:nvSpPr>
        <p:spPr>
          <a:xfrm>
            <a:off x="22074610" y="10558769"/>
            <a:ext cx="81811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841" name="True"/>
          <p:cNvSpPr txBox="1"/>
          <p:nvPr/>
        </p:nvSpPr>
        <p:spPr>
          <a:xfrm>
            <a:off x="19139960" y="11314505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pic>
        <p:nvPicPr>
          <p:cNvPr id="1842" name="Line Line" descr="Line Line"/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 rot="14747564">
            <a:off x="20462762" y="10744805"/>
            <a:ext cx="1844101" cy="352234"/>
          </a:xfrm>
          <a:prstGeom prst="rect">
            <a:avLst/>
          </a:prstGeom>
        </p:spPr>
      </p:pic>
      <p:sp>
        <p:nvSpPr>
          <p:cNvPr id="1844" name="A310"/>
          <p:cNvSpPr txBox="1"/>
          <p:nvPr/>
        </p:nvSpPr>
        <p:spPr>
          <a:xfrm>
            <a:off x="11806135" y="8158311"/>
            <a:ext cx="77173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1845" name="3"/>
          <p:cNvSpPr txBox="1"/>
          <p:nvPr/>
        </p:nvSpPr>
        <p:spPr>
          <a:xfrm>
            <a:off x="13245176" y="8000726"/>
            <a:ext cx="347320" cy="597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3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3</a:t>
            </a:r>
          </a:p>
        </p:txBody>
      </p:sp>
      <p:pic>
        <p:nvPicPr>
          <p:cNvPr id="1846" name="Line Line" descr="Line Line"/>
          <p:cNvPicPr>
            <a:picLocks/>
          </p:cNvPicPr>
          <p:nvPr/>
        </p:nvPicPr>
        <p:blipFill>
          <a:blip r:embed="rId12"/>
          <a:stretch>
            <a:fillRect/>
          </a:stretch>
        </p:blipFill>
        <p:spPr>
          <a:xfrm rot="13112464">
            <a:off x="4461980" y="5879290"/>
            <a:ext cx="7764049" cy="352235"/>
          </a:xfrm>
          <a:prstGeom prst="rect">
            <a:avLst/>
          </a:prstGeom>
        </p:spPr>
      </p:pic>
      <p:sp>
        <p:nvSpPr>
          <p:cNvPr id="1848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849" name="2"/>
          <p:cNvSpPr txBox="1"/>
          <p:nvPr/>
        </p:nvSpPr>
        <p:spPr>
          <a:xfrm>
            <a:off x="4392445" y="4872464"/>
            <a:ext cx="312015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850" name="3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3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0" fill="hold"/>
                                        <p:tgtEl>
                                          <p:spTgt spid="18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0" fill="hold"/>
                                        <p:tgtEl>
                                          <p:spTgt spid="18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000"/>
                                        <p:tgtEl>
                                          <p:spTgt spid="18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3" presetClass="entr" presetSubtype="16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1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8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8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8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3" presetClass="entr" presetSubtype="16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1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2500" fill="hold"/>
                                        <p:tgtEl>
                                          <p:spTgt spid="18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0" fill="hold"/>
                                        <p:tgtEl>
                                          <p:spTgt spid="18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1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600"/>
                                        <p:tgtEl>
                                          <p:spTgt spid="18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100"/>
                            </p:stCondLst>
                            <p:childTnLst>
                              <p:par>
                                <p:cTn id="36" presetID="23" presetClass="entr" presetSubtype="16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1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8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8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100"/>
                            </p:stCondLst>
                            <p:childTnLst>
                              <p:par>
                                <p:cTn id="41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1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8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8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100"/>
                            </p:stCondLst>
                            <p:childTnLst>
                              <p:par>
                                <p:cTn id="46" presetID="23" presetClass="entr" presetSubtype="16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" fill="hold"/>
                                        <p:tgtEl>
                                          <p:spTgt spid="1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8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8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6100"/>
                            </p:stCondLst>
                            <p:childTnLst>
                              <p:par>
                                <p:cTn id="51" presetID="23" presetClass="entr" presetSubtype="16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1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2500" fill="hold"/>
                                        <p:tgtEl>
                                          <p:spTgt spid="18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2500" fill="hold"/>
                                        <p:tgtEl>
                                          <p:spTgt spid="18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1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18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600"/>
                                        <p:tgtEl>
                                          <p:spTgt spid="18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00"/>
                            </p:stCondLst>
                            <p:childTnLst>
                              <p:par>
                                <p:cTn id="61" presetID="23" presetClass="entr" presetSubtype="16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1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8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18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xit" fill="hold" grpId="1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8" dur="900" fill="hold"/>
                                        <p:tgtEl>
                                          <p:spTgt spid="18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8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900"/>
                            </p:stCondLst>
                            <p:childTnLst>
                              <p:par>
                                <p:cTn id="71" presetID="9" presetClass="exit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2" dur="500" fill="hold"/>
                                        <p:tgtEl>
                                          <p:spTgt spid="18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400"/>
                            </p:stCondLst>
                            <p:childTnLst>
                              <p:par>
                                <p:cTn id="75" presetID="9" presetClass="exit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6" dur="800" fill="hold"/>
                                        <p:tgtEl>
                                          <p:spTgt spid="18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2200"/>
                            </p:stCondLst>
                            <p:childTnLst>
                              <p:par>
                                <p:cTn id="79" presetID="9" presetClass="exit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0" dur="900" fill="hold"/>
                                        <p:tgtEl>
                                          <p:spTgt spid="18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3100"/>
                            </p:stCondLst>
                            <p:childTnLst>
                              <p:par>
                                <p:cTn id="83" presetID="9" presetClass="exit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4" dur="500" fill="hold"/>
                                        <p:tgtEl>
                                          <p:spTgt spid="18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3600"/>
                            </p:stCondLst>
                            <p:childTnLst>
                              <p:par>
                                <p:cTn id="87" presetID="9" presetClass="exit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8" dur="900" fill="hold"/>
                                        <p:tgtEl>
                                          <p:spTgt spid="18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4500"/>
                            </p:stCondLst>
                            <p:childTnLst>
                              <p:par>
                                <p:cTn id="91" presetID="9" presetClass="exit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2" dur="900" fill="hold"/>
                                        <p:tgtEl>
                                          <p:spTgt spid="18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8" fill="hold" grpId="2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7" fill="hold"/>
                                        <p:tgtEl>
                                          <p:spTgt spid="18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1000"/>
                                        <p:tgtEl>
                                          <p:spTgt spid="18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3" presetClass="entr" presetSubtype="16" fill="hold" grpId="2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2" fill="hold"/>
                                        <p:tgtEl>
                                          <p:spTgt spid="1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1000" fill="hold"/>
                                        <p:tgtEl>
                                          <p:spTgt spid="18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1000" fill="hold"/>
                                        <p:tgtEl>
                                          <p:spTgt spid="18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1000"/>
                            </p:stCondLst>
                            <p:childTnLst>
                              <p:par>
                                <p:cTn id="106" presetID="23" presetClass="entr" presetSubtype="16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7" fill="hold"/>
                                        <p:tgtEl>
                                          <p:spTgt spid="18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1000" fill="hold"/>
                                        <p:tgtEl>
                                          <p:spTgt spid="18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1000" fill="hold"/>
                                        <p:tgtEl>
                                          <p:spTgt spid="18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23" presetClass="entr" presetSubtype="16" fill="hold" grpId="2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3" fill="hold"/>
                                        <p:tgtEl>
                                          <p:spTgt spid="1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4" dur="1000" fill="hold"/>
                                        <p:tgtEl>
                                          <p:spTgt spid="18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1000" fill="hold"/>
                                        <p:tgtEl>
                                          <p:spTgt spid="18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17" presetID="22" presetClass="entr" presetSubtype="8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18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600"/>
                                        <p:tgtEl>
                                          <p:spTgt spid="18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600"/>
                            </p:stCondLst>
                            <p:childTnLst>
                              <p:par>
                                <p:cTn id="121" presetID="23" presetClass="entr" presetSubtype="16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2" fill="hold"/>
                                        <p:tgtEl>
                                          <p:spTgt spid="1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3" dur="1000" fill="hold"/>
                                        <p:tgtEl>
                                          <p:spTgt spid="18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1000" fill="hold"/>
                                        <p:tgtEl>
                                          <p:spTgt spid="18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2600"/>
                            </p:stCondLst>
                            <p:childTnLst>
                              <p:par>
                                <p:cTn id="126" presetID="23" presetClass="entr" presetSubtype="16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1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8" dur="1000" fill="hold"/>
                                        <p:tgtEl>
                                          <p:spTgt spid="18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1000" fill="hold"/>
                                        <p:tgtEl>
                                          <p:spTgt spid="18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3600"/>
                            </p:stCondLst>
                            <p:childTnLst>
                              <p:par>
                                <p:cTn id="131" presetID="23" presetClass="entr" presetSubtype="16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2" fill="hold"/>
                                        <p:tgtEl>
                                          <p:spTgt spid="1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18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00" fill="hold"/>
                                        <p:tgtEl>
                                          <p:spTgt spid="18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4200"/>
                            </p:stCondLst>
                            <p:childTnLst>
                              <p:par>
                                <p:cTn id="136" presetID="23" presetClass="entr" presetSubtype="16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7" fill="hold"/>
                                        <p:tgtEl>
                                          <p:spTgt spid="1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8" dur="2500" fill="hold"/>
                                        <p:tgtEl>
                                          <p:spTgt spid="18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2500" fill="hold"/>
                                        <p:tgtEl>
                                          <p:spTgt spid="18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9" presetClass="exit" fill="hold" grpId="2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43" dur="800" fill="hold"/>
                                        <p:tgtEl>
                                          <p:spTgt spid="18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800"/>
                            </p:stCondLst>
                            <p:childTnLst>
                              <p:par>
                                <p:cTn id="146" presetID="9" presetClass="exit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47" dur="900" fill="hold"/>
                                        <p:tgtEl>
                                          <p:spTgt spid="18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700"/>
                            </p:stCondLst>
                            <p:childTnLst>
                              <p:par>
                                <p:cTn id="150" presetID="9" presetClass="exit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1" dur="500" fill="hold"/>
                                        <p:tgtEl>
                                          <p:spTgt spid="18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2200"/>
                            </p:stCondLst>
                            <p:childTnLst>
                              <p:par>
                                <p:cTn id="154" presetID="9" presetClass="exit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5" dur="800" fill="hold"/>
                                        <p:tgtEl>
                                          <p:spTgt spid="18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8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000"/>
                            </p:stCondLst>
                            <p:childTnLst>
                              <p:par>
                                <p:cTn id="158" presetID="9" presetClass="exit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9" dur="800" fill="hold"/>
                                        <p:tgtEl>
                                          <p:spTgt spid="18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23" presetClass="entr" presetSubtype="16" fill="hold" grpId="3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4" fill="hold"/>
                                        <p:tgtEl>
                                          <p:spTgt spid="1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5" dur="1000" fill="hold"/>
                                        <p:tgtEl>
                                          <p:spTgt spid="18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6" dur="1000" fill="hold"/>
                                        <p:tgtEl>
                                          <p:spTgt spid="18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1000"/>
                            </p:stCondLst>
                            <p:childTnLst>
                              <p:par>
                                <p:cTn id="168" presetID="23" presetClass="entr" presetSubtype="16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9" fill="hold"/>
                                        <p:tgtEl>
                                          <p:spTgt spid="1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0" dur="1000" fill="hold"/>
                                        <p:tgtEl>
                                          <p:spTgt spid="18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1000" fill="hold"/>
                                        <p:tgtEl>
                                          <p:spTgt spid="18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3" presetClass="entr" presetSubtype="16" fill="hold" grpId="3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5" fill="hold"/>
                                        <p:tgtEl>
                                          <p:spTgt spid="1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6" dur="600" fill="hold"/>
                                        <p:tgtEl>
                                          <p:spTgt spid="18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600" fill="hold"/>
                                        <p:tgtEl>
                                          <p:spTgt spid="18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" fill="hold">
                            <p:stCondLst>
                              <p:cond delay="600"/>
                            </p:stCondLst>
                            <p:childTnLst>
                              <p:par>
                                <p:cTn id="179" presetID="23" presetClass="entr" presetSubtype="16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0" fill="hold"/>
                                        <p:tgtEl>
                                          <p:spTgt spid="1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1000" fill="hold"/>
                                        <p:tgtEl>
                                          <p:spTgt spid="18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1000" fill="hold"/>
                                        <p:tgtEl>
                                          <p:spTgt spid="18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1600"/>
                            </p:stCondLst>
                            <p:childTnLst>
                              <p:par>
                                <p:cTn id="184" presetID="23" presetClass="entr" presetSubtype="16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5" fill="hold"/>
                                        <p:tgtEl>
                                          <p:spTgt spid="1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6" dur="1000" fill="hold"/>
                                        <p:tgtEl>
                                          <p:spTgt spid="18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7" dur="1000" fill="hold"/>
                                        <p:tgtEl>
                                          <p:spTgt spid="18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9" presetClass="exit" fill="hold" grpId="3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1" dur="500" fill="hold"/>
                                        <p:tgtEl>
                                          <p:spTgt spid="18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500"/>
                            </p:stCondLst>
                            <p:childTnLst>
                              <p:par>
                                <p:cTn id="194" presetID="9" presetClass="exit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5" dur="500" fill="hold"/>
                                        <p:tgtEl>
                                          <p:spTgt spid="18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1000"/>
                            </p:stCondLst>
                            <p:childTnLst>
                              <p:par>
                                <p:cTn id="198" presetID="9" presetClass="exit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9" dur="500" fill="hold"/>
                                        <p:tgtEl>
                                          <p:spTgt spid="18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1500"/>
                            </p:stCondLst>
                            <p:childTnLst>
                              <p:par>
                                <p:cTn id="202" presetID="9" presetClass="exit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3" dur="500" fill="hold"/>
                                        <p:tgtEl>
                                          <p:spTgt spid="18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9" presetClass="exit" fill="hold" grpId="4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8" dur="500" fill="hold"/>
                                        <p:tgtEl>
                                          <p:spTgt spid="18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0" fill="hold">
                            <p:stCondLst>
                              <p:cond delay="500"/>
                            </p:stCondLst>
                            <p:childTnLst>
                              <p:par>
                                <p:cTn id="211" presetID="9" presetClass="exit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2" dur="800" fill="hold"/>
                                        <p:tgtEl>
                                          <p:spTgt spid="18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3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4" fill="hold">
                      <p:stCondLst>
                        <p:cond delay="indefinite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9" presetClass="exit" fill="hold" grpId="4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7" dur="800" fill="hold"/>
                                        <p:tgtEl>
                                          <p:spTgt spid="18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7" grpId="1" animBg="1" advAuto="0"/>
      <p:bldP spid="1818" grpId="3" animBg="1" advAuto="0"/>
      <p:bldP spid="1818" grpId="39" animBg="1" advAuto="0"/>
      <p:bldP spid="1819" grpId="2" animBg="1" advAuto="0"/>
      <p:bldP spid="1821" grpId="4" animBg="1" advAuto="0"/>
      <p:bldP spid="1821" grpId="40" animBg="1" advAuto="0"/>
      <p:bldP spid="1822" grpId="5" animBg="1" advAuto="0"/>
      <p:bldP spid="1822" grpId="19" animBg="1" advAuto="0"/>
      <p:bldP spid="1823" grpId="10" animBg="1" advAuto="0"/>
      <p:bldP spid="1823" grpId="18" animBg="1" advAuto="0"/>
      <p:bldP spid="1824" grpId="6" animBg="1" advAuto="0"/>
      <p:bldP spid="1824" grpId="15" animBg="1" advAuto="0"/>
      <p:bldP spid="1826" grpId="7" animBg="1" advAuto="0"/>
      <p:bldP spid="1826" grpId="14" animBg="1" advAuto="0"/>
      <p:bldP spid="1827" grpId="9" animBg="1" advAuto="0"/>
      <p:bldP spid="1827" grpId="17" animBg="1" advAuto="0"/>
      <p:bldP spid="1828" grpId="8" animBg="1" advAuto="0"/>
      <p:bldP spid="1828" grpId="16" animBg="1" advAuto="0"/>
      <p:bldP spid="1829" grpId="12" animBg="1" advAuto="0"/>
      <p:bldP spid="1830" grpId="11" animBg="1" advAuto="0"/>
      <p:bldP spid="1830" grpId="13" animBg="1" advAuto="0"/>
      <p:bldP spid="1832" grpId="21" animBg="1" advAuto="0"/>
      <p:bldP spid="1832" grpId="41" animBg="1" advAuto="0"/>
      <p:bldP spid="1833" grpId="20" animBg="1" advAuto="0"/>
      <p:bldP spid="1835" grpId="22" animBg="1" advAuto="0"/>
      <p:bldP spid="1835" grpId="42" animBg="1" advAuto="0"/>
      <p:bldP spid="1836" grpId="28" animBg="1" advAuto="0"/>
      <p:bldP spid="1837" grpId="23" animBg="1" advAuto="0"/>
      <p:bldP spid="1837" grpId="33" animBg="1" advAuto="0"/>
      <p:bldP spid="1838" grpId="24" animBg="1" advAuto="0"/>
      <p:bldP spid="1838" grpId="32" animBg="1" advAuto="0"/>
      <p:bldP spid="1840" grpId="25" animBg="1" advAuto="0"/>
      <p:bldP spid="1840" grpId="31" animBg="1" advAuto="0"/>
      <p:bldP spid="1841" grpId="26" animBg="1" advAuto="0"/>
      <p:bldP spid="1841" grpId="30" animBg="1" advAuto="0"/>
      <p:bldP spid="1842" grpId="27" animBg="1" advAuto="0"/>
      <p:bldP spid="1842" grpId="29" animBg="1" advAuto="0"/>
      <p:bldP spid="1844" grpId="35" animBg="1" advAuto="0"/>
      <p:bldP spid="1844" grpId="43" animBg="1" advAuto="0"/>
      <p:bldP spid="1845" grpId="34" animBg="1" advAuto="0"/>
      <p:bldP spid="1845" grpId="44" animBg="1" advAuto="0"/>
      <p:bldP spid="1846" grpId="36" animBg="1" advAuto="0"/>
      <p:bldP spid="1846" grpId="45" animBg="1" advAuto="0"/>
      <p:bldP spid="1848" grpId="38" animBg="1" advAuto="0"/>
      <p:bldP spid="1850" grpId="37" animBg="1" advAuto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2" name="############################# Fator Balanceamento…"/>
          <p:cNvSpPr txBox="1"/>
          <p:nvPr/>
        </p:nvSpPr>
        <p:spPr>
          <a:xfrm>
            <a:off x="10711289" y="5897912"/>
            <a:ext cx="12354013" cy="774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</a:t>
            </a:r>
            <a:r>
              <a:t>############################# Fator Balanceamento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0000"/>
                </a:solidFill>
              </a:rPr>
              <a:t>balanceamento </a:t>
            </a:r>
            <a:r>
              <a:t>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._balanceamento(no_atual)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t> </a:t>
            </a:r>
            <a:r>
              <a:rPr>
                <a:solidFill>
                  <a:srgbClr val="080808"/>
                </a:solidFill>
              </a:rPr>
              <a:t>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&lt;</a:t>
            </a:r>
            <a:r>
              <a:rPr>
                <a:solidFill>
                  <a:srgbClr val="080808"/>
                </a:solidFill>
              </a:rPr>
              <a:t> -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 </a:t>
            </a:r>
            <a:r>
              <a:rPr i="1">
                <a:solidFill>
                  <a:srgbClr val="8C8C8C"/>
                </a:solidFill>
              </a:rPr>
              <a:t># rotação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&lt; no_atual.esquerda.valor: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._rotacao_esquerda(no_atual.esquerda)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&gt;</a:t>
            </a:r>
            <a:r>
              <a:rPr>
                <a:solidFill>
                  <a:srgbClr val="080808"/>
                </a:solidFill>
              </a:rPr>
              <a:t> 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&gt; no_atual.direita.valor: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._rotacao_direita(no_atual.direita)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no_atual</a:t>
            </a:r>
          </a:p>
        </p:txBody>
      </p:sp>
      <p:sp>
        <p:nvSpPr>
          <p:cNvPr id="1853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grpSp>
        <p:nvGrpSpPr>
          <p:cNvPr id="1871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854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855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85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85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85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85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860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862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864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865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866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867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869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874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872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873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892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875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876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877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rPr dirty="0" err="1"/>
                <a:t>esquerda</a:t>
              </a:r>
              <a:endParaRPr dirty="0"/>
            </a:p>
          </p:txBody>
        </p:sp>
        <p:sp>
          <p:nvSpPr>
            <p:cNvPr id="1878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879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880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881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883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885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886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887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888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890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893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898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894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895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896" name="Line Line" descr="Line Lin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899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grpSp>
        <p:nvGrpSpPr>
          <p:cNvPr id="1917" name="Group"/>
          <p:cNvGrpSpPr/>
          <p:nvPr/>
        </p:nvGrpSpPr>
        <p:grpSpPr>
          <a:xfrm>
            <a:off x="988803" y="6185656"/>
            <a:ext cx="4237786" cy="1737920"/>
            <a:chOff x="0" y="0"/>
            <a:chExt cx="4237784" cy="1737918"/>
          </a:xfrm>
        </p:grpSpPr>
        <p:sp>
          <p:nvSpPr>
            <p:cNvPr id="1900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901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1902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03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04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05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906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908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910" name="end.: fa55"/>
            <p:cNvSpPr txBox="1"/>
            <p:nvPr/>
          </p:nvSpPr>
          <p:spPr>
            <a:xfrm>
              <a:off x="41311" y="1301241"/>
              <a:ext cx="1361822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fa55</a:t>
              </a:r>
            </a:p>
          </p:txBody>
        </p:sp>
        <p:sp>
          <p:nvSpPr>
            <p:cNvPr id="1911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912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913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915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918" name="Fa55"/>
          <p:cNvSpPr txBox="1"/>
          <p:nvPr/>
        </p:nvSpPr>
        <p:spPr>
          <a:xfrm>
            <a:off x="1145039" y="4872464"/>
            <a:ext cx="110251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 Fa55 </a:t>
            </a:r>
          </a:p>
        </p:txBody>
      </p:sp>
      <p:grpSp>
        <p:nvGrpSpPr>
          <p:cNvPr id="1923" name="Group"/>
          <p:cNvGrpSpPr/>
          <p:nvPr/>
        </p:nvGrpSpPr>
        <p:grpSpPr>
          <a:xfrm>
            <a:off x="382848" y="11620826"/>
            <a:ext cx="1297791" cy="1893273"/>
            <a:chOff x="0" y="-53881"/>
            <a:chExt cx="1297790" cy="1893272"/>
          </a:xfrm>
        </p:grpSpPr>
        <p:sp>
          <p:nvSpPr>
            <p:cNvPr id="1919" name="2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20</a:t>
              </a:r>
            </a:p>
          </p:txBody>
        </p:sp>
        <p:sp>
          <p:nvSpPr>
            <p:cNvPr id="1920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921" name="Line Line" descr="Line Lin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924" name="3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1925" name="def adicionar_no(self, valor):…"/>
          <p:cNvSpPr txBox="1"/>
          <p:nvPr/>
        </p:nvSpPr>
        <p:spPr>
          <a:xfrm>
            <a:off x="10630276" y="739775"/>
            <a:ext cx="5784504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1926" name="def _adicionar_no_folha(self, no_atual, valor):…"/>
          <p:cNvSpPr txBox="1"/>
          <p:nvPr/>
        </p:nvSpPr>
        <p:spPr>
          <a:xfrm>
            <a:off x="10636815" y="2602802"/>
            <a:ext cx="7247781" cy="210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sp>
        <p:nvSpPr>
          <p:cNvPr id="1927" name="############################# altura…"/>
          <p:cNvSpPr txBox="1"/>
          <p:nvPr/>
        </p:nvSpPr>
        <p:spPr>
          <a:xfrm>
            <a:off x="10736961" y="4660626"/>
            <a:ext cx="7247782" cy="889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 </a:t>
            </a:r>
            <a:r>
              <a:t>############################# altura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t>no_atual.altura = </a:t>
            </a:r>
            <a:r>
              <a:rPr>
                <a:solidFill>
                  <a:srgbClr val="1750EB"/>
                </a:solidFill>
              </a:rPr>
              <a:t>1 </a:t>
            </a:r>
            <a:r>
              <a:t>+ 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11480"/>
                </a:solidFill>
              </a:rPr>
              <a:t>max</a:t>
            </a:r>
            <a:r>
              <a:t>(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._altura(no_atual.esquerda),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._altura(no_atual.direita) )</a:t>
            </a:r>
          </a:p>
        </p:txBody>
      </p:sp>
      <p:pic>
        <p:nvPicPr>
          <p:cNvPr id="1928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19148744" y="6431629"/>
            <a:ext cx="791527" cy="352234"/>
          </a:xfrm>
          <a:prstGeom prst="rect">
            <a:avLst/>
          </a:prstGeom>
        </p:spPr>
      </p:pic>
      <p:pic>
        <p:nvPicPr>
          <p:cNvPr id="1930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4757001" y="6769100"/>
            <a:ext cx="4262589" cy="76200"/>
          </a:xfrm>
          <a:prstGeom prst="rect">
            <a:avLst/>
          </a:prstGeom>
        </p:spPr>
      </p:pic>
      <p:sp>
        <p:nvSpPr>
          <p:cNvPr id="1932" name="A310"/>
          <p:cNvSpPr txBox="1"/>
          <p:nvPr/>
        </p:nvSpPr>
        <p:spPr>
          <a:xfrm>
            <a:off x="17780744" y="6152701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1933" name="Rectangle"/>
          <p:cNvSpPr/>
          <p:nvPr/>
        </p:nvSpPr>
        <p:spPr>
          <a:xfrm>
            <a:off x="10606974" y="262102"/>
            <a:ext cx="12903860" cy="5319540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1934" name="def _balanceamento(self, no):…"/>
          <p:cNvSpPr txBox="1"/>
          <p:nvPr/>
        </p:nvSpPr>
        <p:spPr>
          <a:xfrm>
            <a:off x="11085234" y="712072"/>
            <a:ext cx="10677340" cy="142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_balanceamento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chemeClr val="accent1">
                    <a:hueOff val="114395"/>
                    <a:lumOff val="-24975"/>
                  </a:schemeClr>
                </a:solidFill>
              </a:rPr>
              <a:t>return</a:t>
            </a:r>
            <a:r>
              <a:t>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._altura(no.direita) -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._altura(no.esquerda)</a:t>
            </a:r>
          </a:p>
        </p:txBody>
      </p:sp>
      <p:sp>
        <p:nvSpPr>
          <p:cNvPr id="1935" name="0"/>
          <p:cNvSpPr txBox="1"/>
          <p:nvPr/>
        </p:nvSpPr>
        <p:spPr>
          <a:xfrm>
            <a:off x="14082466" y="2003466"/>
            <a:ext cx="424993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0</a:t>
            </a:r>
          </a:p>
        </p:txBody>
      </p:sp>
      <p:sp>
        <p:nvSpPr>
          <p:cNvPr id="1936" name="2"/>
          <p:cNvSpPr txBox="1"/>
          <p:nvPr/>
        </p:nvSpPr>
        <p:spPr>
          <a:xfrm>
            <a:off x="19769956" y="2003466"/>
            <a:ext cx="424993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937" name="-2"/>
          <p:cNvSpPr txBox="1"/>
          <p:nvPr/>
        </p:nvSpPr>
        <p:spPr>
          <a:xfrm>
            <a:off x="12034962" y="1901866"/>
            <a:ext cx="652425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-2</a:t>
            </a:r>
          </a:p>
        </p:txBody>
      </p:sp>
      <p:sp>
        <p:nvSpPr>
          <p:cNvPr id="1938" name="A310"/>
          <p:cNvSpPr txBox="1"/>
          <p:nvPr/>
        </p:nvSpPr>
        <p:spPr>
          <a:xfrm>
            <a:off x="15224910" y="343028"/>
            <a:ext cx="77173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1939" name="False"/>
          <p:cNvSpPr txBox="1"/>
          <p:nvPr/>
        </p:nvSpPr>
        <p:spPr>
          <a:xfrm>
            <a:off x="10921081" y="1052674"/>
            <a:ext cx="82285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1940" name="None"/>
          <p:cNvSpPr txBox="1"/>
          <p:nvPr/>
        </p:nvSpPr>
        <p:spPr>
          <a:xfrm>
            <a:off x="16043208" y="1443288"/>
            <a:ext cx="81810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941" name="def _altura(self, no):…"/>
          <p:cNvSpPr txBox="1"/>
          <p:nvPr/>
        </p:nvSpPr>
        <p:spPr>
          <a:xfrm>
            <a:off x="12937745" y="3126990"/>
            <a:ext cx="3802982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/>
              <a:t>_</a:t>
            </a:r>
            <a:r>
              <a:rPr dirty="0" err="1"/>
              <a:t>altura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</a:t>
            </a:r>
            <a:r>
              <a:rPr dirty="0"/>
              <a:t>if not </a:t>
            </a:r>
            <a:r>
              <a:rPr dirty="0"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1750EB"/>
                </a:solidFill>
              </a:rPr>
              <a:t>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 err="1"/>
              <a:t>no.altura</a:t>
            </a:r>
            <a:endParaRPr dirty="0"/>
          </a:p>
        </p:txBody>
      </p:sp>
      <p:sp>
        <p:nvSpPr>
          <p:cNvPr id="1942" name="2"/>
          <p:cNvSpPr txBox="1"/>
          <p:nvPr/>
        </p:nvSpPr>
        <p:spPr>
          <a:xfrm>
            <a:off x="21049051" y="4803692"/>
            <a:ext cx="269648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943" name="None"/>
          <p:cNvSpPr txBox="1"/>
          <p:nvPr/>
        </p:nvSpPr>
        <p:spPr>
          <a:xfrm>
            <a:off x="15846800" y="2817697"/>
            <a:ext cx="81810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944" name="E070"/>
          <p:cNvSpPr txBox="1"/>
          <p:nvPr/>
        </p:nvSpPr>
        <p:spPr>
          <a:xfrm>
            <a:off x="20062211" y="4788517"/>
            <a:ext cx="761391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945" name="True"/>
          <p:cNvSpPr txBox="1"/>
          <p:nvPr/>
        </p:nvSpPr>
        <p:spPr>
          <a:xfrm>
            <a:off x="12810551" y="3573434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sp>
        <p:nvSpPr>
          <p:cNvPr id="1946" name="def _altura(self, no):…"/>
          <p:cNvSpPr txBox="1"/>
          <p:nvPr/>
        </p:nvSpPr>
        <p:spPr>
          <a:xfrm>
            <a:off x="18321556" y="3131868"/>
            <a:ext cx="3802981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sp>
        <p:nvSpPr>
          <p:cNvPr id="1947" name="E070"/>
          <p:cNvSpPr txBox="1"/>
          <p:nvPr/>
        </p:nvSpPr>
        <p:spPr>
          <a:xfrm>
            <a:off x="21230611" y="2822574"/>
            <a:ext cx="761391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948" name="False"/>
          <p:cNvSpPr txBox="1"/>
          <p:nvPr/>
        </p:nvSpPr>
        <p:spPr>
          <a:xfrm>
            <a:off x="18194362" y="3578311"/>
            <a:ext cx="82285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pic>
        <p:nvPicPr>
          <p:cNvPr id="1949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3173955" y="2083672"/>
            <a:ext cx="4262589" cy="76201"/>
          </a:xfrm>
          <a:prstGeom prst="rect">
            <a:avLst/>
          </a:prstGeom>
        </p:spPr>
      </p:pic>
      <p:pic>
        <p:nvPicPr>
          <p:cNvPr id="1951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7671074" y="2083672"/>
            <a:ext cx="4262589" cy="76201"/>
          </a:xfrm>
          <a:prstGeom prst="rect">
            <a:avLst/>
          </a:prstGeom>
        </p:spPr>
      </p:pic>
      <p:sp>
        <p:nvSpPr>
          <p:cNvPr id="1953" name="E070"/>
          <p:cNvSpPr txBox="1"/>
          <p:nvPr/>
        </p:nvSpPr>
        <p:spPr>
          <a:xfrm>
            <a:off x="20498103" y="1448966"/>
            <a:ext cx="761392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pic>
        <p:nvPicPr>
          <p:cNvPr id="1954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14141966">
            <a:off x="14015996" y="3124427"/>
            <a:ext cx="1947609" cy="352234"/>
          </a:xfrm>
          <a:prstGeom prst="rect">
            <a:avLst/>
          </a:prstGeom>
        </p:spPr>
      </p:pic>
      <p:pic>
        <p:nvPicPr>
          <p:cNvPr id="1956" name="Line Line" descr="Line Line"/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 rot="15584724">
            <a:off x="19254593" y="3459200"/>
            <a:ext cx="2281353" cy="352235"/>
          </a:xfrm>
          <a:prstGeom prst="rect">
            <a:avLst/>
          </a:prstGeom>
        </p:spPr>
      </p:pic>
      <p:sp>
        <p:nvSpPr>
          <p:cNvPr id="1958" name="-2"/>
          <p:cNvSpPr txBox="1"/>
          <p:nvPr/>
        </p:nvSpPr>
        <p:spPr>
          <a:xfrm>
            <a:off x="12034962" y="5824735"/>
            <a:ext cx="652425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-2</a:t>
            </a:r>
          </a:p>
        </p:txBody>
      </p:sp>
      <p:pic>
        <p:nvPicPr>
          <p:cNvPr id="1959" name="Line Line" descr="Line Line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 rot="5400000">
            <a:off x="10717473" y="4028697"/>
            <a:ext cx="3115182" cy="352235"/>
          </a:xfrm>
          <a:prstGeom prst="rect">
            <a:avLst/>
          </a:prstGeom>
        </p:spPr>
      </p:pic>
      <p:sp>
        <p:nvSpPr>
          <p:cNvPr id="1961" name="True"/>
          <p:cNvSpPr txBox="1"/>
          <p:nvPr/>
        </p:nvSpPr>
        <p:spPr>
          <a:xfrm>
            <a:off x="10404148" y="6753623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sp>
        <p:nvSpPr>
          <p:cNvPr id="1962" name="2"/>
          <p:cNvSpPr txBox="1"/>
          <p:nvPr/>
        </p:nvSpPr>
        <p:spPr>
          <a:xfrm>
            <a:off x="4392445" y="4872464"/>
            <a:ext cx="312015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pic>
        <p:nvPicPr>
          <p:cNvPr id="1963" name="Line Line" descr="Line Line"/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 rot="10800000">
            <a:off x="13849199" y="8139279"/>
            <a:ext cx="5487068" cy="76201"/>
          </a:xfrm>
          <a:prstGeom prst="rect">
            <a:avLst/>
          </a:prstGeom>
        </p:spPr>
      </p:pic>
      <p:sp>
        <p:nvSpPr>
          <p:cNvPr id="1965" name="20"/>
          <p:cNvSpPr txBox="1"/>
          <p:nvPr/>
        </p:nvSpPr>
        <p:spPr>
          <a:xfrm>
            <a:off x="12697406" y="7013987"/>
            <a:ext cx="424994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966" name="A310"/>
          <p:cNvSpPr txBox="1"/>
          <p:nvPr/>
        </p:nvSpPr>
        <p:spPr>
          <a:xfrm>
            <a:off x="14297645" y="7040547"/>
            <a:ext cx="77172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1967" name="E070"/>
          <p:cNvSpPr txBox="1"/>
          <p:nvPr/>
        </p:nvSpPr>
        <p:spPr>
          <a:xfrm>
            <a:off x="15691346" y="7050184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968" name="50"/>
          <p:cNvSpPr txBox="1"/>
          <p:nvPr/>
        </p:nvSpPr>
        <p:spPr>
          <a:xfrm>
            <a:off x="17074709" y="6992192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1969" name="True"/>
          <p:cNvSpPr txBox="1"/>
          <p:nvPr/>
        </p:nvSpPr>
        <p:spPr>
          <a:xfrm>
            <a:off x="11333392" y="7239522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sp>
        <p:nvSpPr>
          <p:cNvPr id="1970" name="A310"/>
          <p:cNvSpPr txBox="1"/>
          <p:nvPr/>
        </p:nvSpPr>
        <p:spPr>
          <a:xfrm>
            <a:off x="17653744" y="7501210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0" fill="hold"/>
                                        <p:tgtEl>
                                          <p:spTgt spid="19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0" fill="hold"/>
                                        <p:tgtEl>
                                          <p:spTgt spid="19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0"/>
                            </p:stCondLst>
                            <p:childTnLst>
                              <p:par>
                                <p:cTn id="10" presetID="22" presetClass="entr" presetSubtype="8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600"/>
                                        <p:tgtEl>
                                          <p:spTgt spid="19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9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9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3" presetClass="entr" presetSubtype="16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9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9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9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3" presetClass="entr" presetSubtype="16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1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9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9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23" presetClass="entr" presetSubtype="16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9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9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0"/>
                            </p:stCondLst>
                            <p:childTnLst>
                              <p:par>
                                <p:cTn id="40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1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9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9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2" presetClass="entr" presetSubtype="8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1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9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0"/>
                            </p:stCondLst>
                            <p:childTnLst>
                              <p:par>
                                <p:cTn id="49" presetID="23" presetClass="entr" presetSubtype="16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1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9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19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3" presetClass="entr" presetSubtype="16" fill="hold" grpId="1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6" fill="hold"/>
                                        <p:tgtEl>
                                          <p:spTgt spid="1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2500" fill="hold"/>
                                        <p:tgtEl>
                                          <p:spTgt spid="19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2500" fill="hold"/>
                                        <p:tgtEl>
                                          <p:spTgt spid="19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500"/>
                            </p:stCondLst>
                            <p:childTnLst>
                              <p:par>
                                <p:cTn id="60" presetID="23" presetClass="entr" presetSubtype="16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1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9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9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500"/>
                            </p:stCondLst>
                            <p:childTnLst>
                              <p:par>
                                <p:cTn id="65" presetID="23" presetClass="entr" presetSubtype="16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19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19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9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3" presetClass="entr" presetSubtype="16" fill="hold" grpId="1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" fill="hold"/>
                                        <p:tgtEl>
                                          <p:spTgt spid="1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19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9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600"/>
                            </p:stCondLst>
                            <p:childTnLst>
                              <p:par>
                                <p:cTn id="76" presetID="23" presetClass="entr" presetSubtype="16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7" fill="hold"/>
                                        <p:tgtEl>
                                          <p:spTgt spid="19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19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19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xit" fill="hold" grpId="1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3" dur="900" fill="hold"/>
                                        <p:tgtEl>
                                          <p:spTgt spid="19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900"/>
                            </p:stCondLst>
                            <p:childTnLst>
                              <p:par>
                                <p:cTn id="86" presetID="9" presetClass="exit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7" dur="500" fill="hold"/>
                                        <p:tgtEl>
                                          <p:spTgt spid="19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400"/>
                            </p:stCondLst>
                            <p:childTnLst>
                              <p:par>
                                <p:cTn id="90" presetID="9" presetClass="exit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1" dur="900" fill="hold"/>
                                        <p:tgtEl>
                                          <p:spTgt spid="19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9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2300"/>
                            </p:stCondLst>
                            <p:childTnLst>
                              <p:par>
                                <p:cTn id="94" presetID="9" presetClass="exit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5" dur="900" fill="hold"/>
                                        <p:tgtEl>
                                          <p:spTgt spid="19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2" presetClass="entr" presetSubtype="8" fill="hold" grpId="2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0" fill="hold"/>
                                        <p:tgtEl>
                                          <p:spTgt spid="1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1000"/>
                                        <p:tgtEl>
                                          <p:spTgt spid="19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1000"/>
                            </p:stCondLst>
                            <p:childTnLst>
                              <p:par>
                                <p:cTn id="103" presetID="23" presetClass="entr" presetSubtype="16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4" fill="hold"/>
                                        <p:tgtEl>
                                          <p:spTgt spid="1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19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19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3" presetClass="entr" presetSubtype="16" fill="hold" grpId="2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0" fill="hold"/>
                                        <p:tgtEl>
                                          <p:spTgt spid="19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" dur="2500" fill="hold"/>
                                        <p:tgtEl>
                                          <p:spTgt spid="19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2500" fill="hold"/>
                                        <p:tgtEl>
                                          <p:spTgt spid="19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2500"/>
                            </p:stCondLst>
                            <p:childTnLst>
                              <p:par>
                                <p:cTn id="114" presetID="23" presetClass="entr" presetSubtype="16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5" fill="hold"/>
                                        <p:tgtEl>
                                          <p:spTgt spid="1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6" dur="1000" fill="hold"/>
                                        <p:tgtEl>
                                          <p:spTgt spid="19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1000" fill="hold"/>
                                        <p:tgtEl>
                                          <p:spTgt spid="19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19" presetID="23" presetClass="entr" presetSubtype="16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0" fill="hold"/>
                                        <p:tgtEl>
                                          <p:spTgt spid="1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1000" fill="hold"/>
                                        <p:tgtEl>
                                          <p:spTgt spid="19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1000" fill="hold"/>
                                        <p:tgtEl>
                                          <p:spTgt spid="19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4500"/>
                            </p:stCondLst>
                            <p:childTnLst>
                              <p:par>
                                <p:cTn id="124" presetID="23" presetClass="entr" presetSubtype="16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5" fill="hold"/>
                                        <p:tgtEl>
                                          <p:spTgt spid="19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6" dur="1000" fill="hold"/>
                                        <p:tgtEl>
                                          <p:spTgt spid="19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1000" fill="hold"/>
                                        <p:tgtEl>
                                          <p:spTgt spid="19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5500"/>
                            </p:stCondLst>
                            <p:childTnLst>
                              <p:par>
                                <p:cTn id="129" presetID="23" presetClass="entr" presetSubtype="16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1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1" dur="1000" fill="hold"/>
                                        <p:tgtEl>
                                          <p:spTgt spid="19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1000" fill="hold"/>
                                        <p:tgtEl>
                                          <p:spTgt spid="19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3" presetClass="entr" presetSubtype="16" fill="hold" grpId="2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6" fill="hold"/>
                                        <p:tgtEl>
                                          <p:spTgt spid="1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7" dur="600" fill="hold"/>
                                        <p:tgtEl>
                                          <p:spTgt spid="19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600" fill="hold"/>
                                        <p:tgtEl>
                                          <p:spTgt spid="19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600"/>
                            </p:stCondLst>
                            <p:childTnLst>
                              <p:par>
                                <p:cTn id="140" presetID="23" presetClass="entr" presetSubtype="16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1" fill="hold"/>
                                        <p:tgtEl>
                                          <p:spTgt spid="1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1000" fill="hold"/>
                                        <p:tgtEl>
                                          <p:spTgt spid="19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1000" fill="hold"/>
                                        <p:tgtEl>
                                          <p:spTgt spid="19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9" presetClass="exit" fill="hold" grpId="2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47" dur="800" fill="hold"/>
                                        <p:tgtEl>
                                          <p:spTgt spid="19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800"/>
                            </p:stCondLst>
                            <p:childTnLst>
                              <p:par>
                                <p:cTn id="150" presetID="9" presetClass="exit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1" dur="900" fill="hold"/>
                                        <p:tgtEl>
                                          <p:spTgt spid="19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1700"/>
                            </p:stCondLst>
                            <p:childTnLst>
                              <p:par>
                                <p:cTn id="154" presetID="9" presetClass="exit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5" dur="500" fill="hold"/>
                                        <p:tgtEl>
                                          <p:spTgt spid="19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2200"/>
                            </p:stCondLst>
                            <p:childTnLst>
                              <p:par>
                                <p:cTn id="158" presetID="9" presetClass="exit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9" dur="500" fill="hold"/>
                                        <p:tgtEl>
                                          <p:spTgt spid="19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2700"/>
                            </p:stCondLst>
                            <p:childTnLst>
                              <p:par>
                                <p:cTn id="162" presetID="9" presetClass="exit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3" dur="900" fill="hold"/>
                                        <p:tgtEl>
                                          <p:spTgt spid="19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4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" fill="hold">
                            <p:stCondLst>
                              <p:cond delay="3600"/>
                            </p:stCondLst>
                            <p:childTnLst>
                              <p:par>
                                <p:cTn id="166" presetID="9" presetClass="exit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7" dur="900" fill="hold"/>
                                        <p:tgtEl>
                                          <p:spTgt spid="19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9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>
                      <p:stCondLst>
                        <p:cond delay="indefinite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23" presetClass="entr" presetSubtype="16" fill="hold" grpId="3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2" fill="hold"/>
                                        <p:tgtEl>
                                          <p:spTgt spid="1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3" dur="1000" fill="hold"/>
                                        <p:tgtEl>
                                          <p:spTgt spid="19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1000" fill="hold"/>
                                        <p:tgtEl>
                                          <p:spTgt spid="19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23" presetClass="entr" presetSubtype="16" fill="hold" grpId="3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8" fill="hold"/>
                                        <p:tgtEl>
                                          <p:spTgt spid="1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9" dur="600" fill="hold"/>
                                        <p:tgtEl>
                                          <p:spTgt spid="19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600" fill="hold"/>
                                        <p:tgtEl>
                                          <p:spTgt spid="19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" fill="hold">
                            <p:stCondLst>
                              <p:cond delay="600"/>
                            </p:stCondLst>
                            <p:childTnLst>
                              <p:par>
                                <p:cTn id="182" presetID="23" presetClass="entr" presetSubtype="16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3" fill="hold"/>
                                        <p:tgtEl>
                                          <p:spTgt spid="1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4" dur="1000" fill="hold"/>
                                        <p:tgtEl>
                                          <p:spTgt spid="19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1000" fill="hold"/>
                                        <p:tgtEl>
                                          <p:spTgt spid="19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6" fill="hold">
                      <p:stCondLst>
                        <p:cond delay="indefinite"/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9" presetClass="exit" fill="hold" grpId="3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89" dur="900" fill="hold"/>
                                        <p:tgtEl>
                                          <p:spTgt spid="19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0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" fill="hold">
                            <p:stCondLst>
                              <p:cond delay="900"/>
                            </p:stCondLst>
                            <p:childTnLst>
                              <p:par>
                                <p:cTn id="192" presetID="9" presetClass="exit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3" dur="900" fill="hold"/>
                                        <p:tgtEl>
                                          <p:spTgt spid="19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4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" fill="hold">
                            <p:stCondLst>
                              <p:cond delay="1800"/>
                            </p:stCondLst>
                            <p:childTnLst>
                              <p:par>
                                <p:cTn id="196" presetID="9" presetClass="exit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7" dur="800" fill="hold"/>
                                        <p:tgtEl>
                                          <p:spTgt spid="19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2600"/>
                            </p:stCondLst>
                            <p:childTnLst>
                              <p:par>
                                <p:cTn id="200" presetID="9" presetClass="exit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1" dur="800" fill="hold"/>
                                        <p:tgtEl>
                                          <p:spTgt spid="19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2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3400"/>
                            </p:stCondLst>
                            <p:childTnLst>
                              <p:par>
                                <p:cTn id="204" presetID="9" presetClass="exit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5" dur="800" fill="hold"/>
                                        <p:tgtEl>
                                          <p:spTgt spid="19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200"/>
                            </p:stCondLst>
                            <p:childTnLst>
                              <p:par>
                                <p:cTn id="208" presetID="9" presetClass="exit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9" dur="800" fill="hold"/>
                                        <p:tgtEl>
                                          <p:spTgt spid="19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5000"/>
                            </p:stCondLst>
                            <p:childTnLst>
                              <p:par>
                                <p:cTn id="212" presetID="9" presetClass="exit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3" dur="500" fill="hold"/>
                                        <p:tgtEl>
                                          <p:spTgt spid="19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4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5500"/>
                            </p:stCondLst>
                            <p:childTnLst>
                              <p:par>
                                <p:cTn id="216" presetID="9" presetClass="exit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7" dur="500" fill="hold"/>
                                        <p:tgtEl>
                                          <p:spTgt spid="19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6000"/>
                            </p:stCondLst>
                            <p:childTnLst>
                              <p:par>
                                <p:cTn id="220" presetID="9" presetClass="exit" fill="hold" grpId="4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21" dur="500" fill="hold"/>
                                        <p:tgtEl>
                                          <p:spTgt spid="19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>
                            <p:stCondLst>
                              <p:cond delay="6500"/>
                            </p:stCondLst>
                            <p:childTnLst>
                              <p:par>
                                <p:cTn id="224" presetID="9" presetClass="exit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25" dur="800" fill="hold"/>
                                        <p:tgtEl>
                                          <p:spTgt spid="19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6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7" fill="hold">
                            <p:stCondLst>
                              <p:cond delay="7300"/>
                            </p:stCondLst>
                            <p:childTnLst>
                              <p:par>
                                <p:cTn id="228" presetID="9" presetClass="exit" fill="hold" grpId="4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29" dur="800" fill="hold"/>
                                        <p:tgtEl>
                                          <p:spTgt spid="19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1" fill="hold">
                            <p:stCondLst>
                              <p:cond delay="8100"/>
                            </p:stCondLst>
                            <p:childTnLst>
                              <p:par>
                                <p:cTn id="232" presetID="9" presetClass="exit" fill="hold" grpId="4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33" dur="800" fill="hold"/>
                                        <p:tgtEl>
                                          <p:spTgt spid="19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7" presetID="9" presetClass="exit" fill="hold" grpId="5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38" dur="500" fill="hold"/>
                                        <p:tgtEl>
                                          <p:spTgt spid="19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0" fill="hold">
                            <p:stCondLst>
                              <p:cond delay="500"/>
                            </p:stCondLst>
                            <p:childTnLst>
                              <p:par>
                                <p:cTn id="241" presetID="9" presetClass="exit" fill="hold" grpId="5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42" dur="800" fill="hold"/>
                                        <p:tgtEl>
                                          <p:spTgt spid="19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3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4" fill="hold">
                            <p:stCondLst>
                              <p:cond delay="1300"/>
                            </p:stCondLst>
                            <p:childTnLst>
                              <p:par>
                                <p:cTn id="245" presetID="9" presetClass="exit" fill="hold" grpId="5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46" dur="800" fill="hold"/>
                                        <p:tgtEl>
                                          <p:spTgt spid="19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7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8" fill="hold">
                      <p:stCondLst>
                        <p:cond delay="indefinite"/>
                      </p:stCondLst>
                      <p:childTnLst>
                        <p:par>
                          <p:cTn id="249" fill="hold">
                            <p:stCondLst>
                              <p:cond delay="0"/>
                            </p:stCondLst>
                            <p:childTnLst>
                              <p:par>
                                <p:cTn id="250" presetID="23" presetClass="entr" presetSubtype="16" fill="hold" grpId="5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1" fill="hold"/>
                                        <p:tgtEl>
                                          <p:spTgt spid="19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2" dur="1000" fill="hold"/>
                                        <p:tgtEl>
                                          <p:spTgt spid="19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3" dur="1000" fill="hold"/>
                                        <p:tgtEl>
                                          <p:spTgt spid="19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4" fill="hold">
                      <p:stCondLst>
                        <p:cond delay="indefinite"/>
                      </p:stCondLst>
                      <p:childTnLst>
                        <p:par>
                          <p:cTn id="255" fill="hold">
                            <p:stCondLst>
                              <p:cond delay="0"/>
                            </p:stCondLst>
                            <p:childTnLst>
                              <p:par>
                                <p:cTn id="256" presetID="23" presetClass="entr" presetSubtype="16" fill="hold" grpId="5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7" fill="hold"/>
                                        <p:tgtEl>
                                          <p:spTgt spid="1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8" dur="1000" fill="hold"/>
                                        <p:tgtEl>
                                          <p:spTgt spid="19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9" dur="1000" fill="hold"/>
                                        <p:tgtEl>
                                          <p:spTgt spid="19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0" fill="hold">
                            <p:stCondLst>
                              <p:cond delay="1000"/>
                            </p:stCondLst>
                            <p:childTnLst>
                              <p:par>
                                <p:cTn id="261" presetID="23" presetClass="entr" presetSubtype="16" fill="hold" grpId="5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2" fill="hold"/>
                                        <p:tgtEl>
                                          <p:spTgt spid="1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3" dur="1000" fill="hold"/>
                                        <p:tgtEl>
                                          <p:spTgt spid="19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4" dur="1000" fill="hold"/>
                                        <p:tgtEl>
                                          <p:spTgt spid="19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6" presetID="23" presetClass="entr" presetSubtype="16" fill="hold" grpId="5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7" fill="hold"/>
                                        <p:tgtEl>
                                          <p:spTgt spid="1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8" dur="1000" fill="hold"/>
                                        <p:tgtEl>
                                          <p:spTgt spid="19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9" dur="1000" fill="hold"/>
                                        <p:tgtEl>
                                          <p:spTgt spid="19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0" fill="hold">
                            <p:stCondLst>
                              <p:cond delay="3000"/>
                            </p:stCondLst>
                            <p:childTnLst>
                              <p:par>
                                <p:cTn id="271" presetID="23" presetClass="entr" presetSubtype="16" fill="hold" grpId="5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2" fill="hold"/>
                                        <p:tgtEl>
                                          <p:spTgt spid="1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3" dur="1000" fill="hold"/>
                                        <p:tgtEl>
                                          <p:spTgt spid="19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4" dur="1000" fill="hold"/>
                                        <p:tgtEl>
                                          <p:spTgt spid="19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5" fill="hold">
                            <p:stCondLst>
                              <p:cond delay="4000"/>
                            </p:stCondLst>
                            <p:childTnLst>
                              <p:par>
                                <p:cTn id="276" presetID="23" presetClass="entr" presetSubtype="16" fill="hold" grpId="5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7" fill="hold"/>
                                        <p:tgtEl>
                                          <p:spTgt spid="19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8" dur="1000" fill="hold"/>
                                        <p:tgtEl>
                                          <p:spTgt spid="19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9" dur="1000" fill="hold"/>
                                        <p:tgtEl>
                                          <p:spTgt spid="19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0" fill="hold">
                      <p:stCondLst>
                        <p:cond delay="indefinite"/>
                      </p:stCondLst>
                      <p:childTnLst>
                        <p:par>
                          <p:cTn id="281" fill="hold">
                            <p:stCondLst>
                              <p:cond delay="0"/>
                            </p:stCondLst>
                            <p:childTnLst>
                              <p:par>
                                <p:cTn id="282" presetID="22" presetClass="entr" presetSubtype="8" fill="hold" grpId="5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3" fill="hold"/>
                                        <p:tgtEl>
                                          <p:spTgt spid="1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4" dur="1000"/>
                                        <p:tgtEl>
                                          <p:spTgt spid="19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5" fill="hold">
                            <p:stCondLst>
                              <p:cond delay="1000"/>
                            </p:stCondLst>
                            <p:childTnLst>
                              <p:par>
                                <p:cTn id="286" presetID="23" presetClass="entr" presetSubtype="16" fill="hold" grpId="6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7" fill="hold"/>
                                        <p:tgtEl>
                                          <p:spTgt spid="19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8" dur="1000" fill="hold"/>
                                        <p:tgtEl>
                                          <p:spTgt spid="19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9" dur="1000" fill="hold"/>
                                        <p:tgtEl>
                                          <p:spTgt spid="19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18" grpId="1" animBg="1" advAuto="0"/>
      <p:bldP spid="1928" grpId="2" animBg="1" advAuto="0"/>
      <p:bldP spid="1928" grpId="51" animBg="1" advAuto="0"/>
      <p:bldP spid="1930" grpId="3" animBg="1" advAuto="0"/>
      <p:bldP spid="1930" grpId="52" animBg="1" advAuto="0"/>
      <p:bldP spid="1932" grpId="4" animBg="1" advAuto="0"/>
      <p:bldP spid="1932" grpId="50" animBg="1" advAuto="0"/>
      <p:bldP spid="1933" grpId="5" animBg="1" advAuto="0"/>
      <p:bldP spid="1933" grpId="49" animBg="1" advAuto="0"/>
      <p:bldP spid="1934" grpId="6" animBg="1" advAuto="0"/>
      <p:bldP spid="1934" grpId="47" animBg="1" advAuto="0"/>
      <p:bldP spid="1935" grpId="15" animBg="1" advAuto="0"/>
      <p:bldP spid="1935" grpId="40" animBg="1" advAuto="0"/>
      <p:bldP spid="1936" grpId="28" animBg="1" advAuto="0"/>
      <p:bldP spid="1936" grpId="41" animBg="1" advAuto="0"/>
      <p:bldP spid="1937" grpId="35" animBg="1" advAuto="0"/>
      <p:bldP spid="1937" grpId="39" animBg="1" advAuto="0"/>
      <p:bldP spid="1938" grpId="7" animBg="1" advAuto="0"/>
      <p:bldP spid="1938" grpId="46" animBg="1" advAuto="0"/>
      <p:bldP spid="1939" grpId="8" animBg="1" advAuto="0"/>
      <p:bldP spid="1939" grpId="48" animBg="1" advAuto="0"/>
      <p:bldP spid="1940" grpId="10" animBg="1" advAuto="0"/>
      <p:bldP spid="1940" grpId="44" animBg="1" advAuto="0"/>
      <p:bldP spid="1941" grpId="11" animBg="1" advAuto="0"/>
      <p:bldP spid="1941" grpId="19" animBg="1" advAuto="0"/>
      <p:bldP spid="1942" grpId="26" animBg="1" advAuto="0"/>
      <p:bldP spid="1942" grpId="33" animBg="1" advAuto="0"/>
      <p:bldP spid="1943" grpId="12" animBg="1" advAuto="0"/>
      <p:bldP spid="1943" grpId="17" animBg="1" advAuto="0"/>
      <p:bldP spid="1944" grpId="25" animBg="1" advAuto="0"/>
      <p:bldP spid="1944" grpId="32" animBg="1" advAuto="0"/>
      <p:bldP spid="1945" grpId="13" animBg="1" advAuto="0"/>
      <p:bldP spid="1945" grpId="18" animBg="1" advAuto="0"/>
      <p:bldP spid="1946" grpId="22" animBg="1" advAuto="0"/>
      <p:bldP spid="1946" grpId="34" animBg="1" advAuto="0"/>
      <p:bldP spid="1947" grpId="23" animBg="1" advAuto="0"/>
      <p:bldP spid="1947" grpId="31" animBg="1" advAuto="0"/>
      <p:bldP spid="1948" grpId="24" animBg="1" advAuto="0"/>
      <p:bldP spid="1948" grpId="30" animBg="1" advAuto="0"/>
      <p:bldP spid="1949" grpId="9" animBg="1" advAuto="0"/>
      <p:bldP spid="1949" grpId="42" animBg="1" advAuto="0"/>
      <p:bldP spid="1951" grpId="20" animBg="1" advAuto="0"/>
      <p:bldP spid="1951" grpId="43" animBg="1" advAuto="0"/>
      <p:bldP spid="1953" grpId="21" animBg="1" advAuto="0"/>
      <p:bldP spid="1953" grpId="45" animBg="1" advAuto="0"/>
      <p:bldP spid="1954" grpId="14" animBg="1" advAuto="0"/>
      <p:bldP spid="1954" grpId="16" animBg="1" advAuto="0"/>
      <p:bldP spid="1956" grpId="27" animBg="1" advAuto="0"/>
      <p:bldP spid="1956" grpId="29" animBg="1" advAuto="0"/>
      <p:bldP spid="1958" grpId="37" animBg="1" advAuto="0"/>
      <p:bldP spid="1959" grpId="36" animBg="1" advAuto="0"/>
      <p:bldP spid="1959" grpId="38" animBg="1" advAuto="0"/>
      <p:bldP spid="1961" grpId="53" animBg="1" advAuto="0"/>
      <p:bldP spid="1963" grpId="59" animBg="1" advAuto="0"/>
      <p:bldP spid="1965" grpId="55" animBg="1" advAuto="0"/>
      <p:bldP spid="1966" grpId="56" animBg="1" advAuto="0"/>
      <p:bldP spid="1967" grpId="57" animBg="1" advAuto="0"/>
      <p:bldP spid="1968" grpId="54" animBg="1" advAuto="0"/>
      <p:bldP spid="1969" grpId="58" animBg="1" advAuto="0"/>
      <p:bldP spid="1970" grpId="60" animBg="1" advAuto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2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grpSp>
        <p:nvGrpSpPr>
          <p:cNvPr id="1990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973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974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975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76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77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78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979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981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983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rPr dirty="0"/>
                <a:t>end.: a310</a:t>
              </a:r>
            </a:p>
          </p:txBody>
        </p:sp>
        <p:sp>
          <p:nvSpPr>
            <p:cNvPr id="1984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985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986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988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993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991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992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2011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994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995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99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9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9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9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2000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2002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2004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rPr dirty="0"/>
                <a:t>end.: e070</a:t>
              </a:r>
            </a:p>
          </p:txBody>
        </p:sp>
        <p:sp>
          <p:nvSpPr>
            <p:cNvPr id="2005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06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2007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2009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2012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2017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2013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2014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2015" name="Line Line" descr="Line Lin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2018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grpSp>
        <p:nvGrpSpPr>
          <p:cNvPr id="2036" name="Group"/>
          <p:cNvGrpSpPr/>
          <p:nvPr/>
        </p:nvGrpSpPr>
        <p:grpSpPr>
          <a:xfrm>
            <a:off x="988803" y="6185656"/>
            <a:ext cx="4237786" cy="1737920"/>
            <a:chOff x="0" y="0"/>
            <a:chExt cx="4237784" cy="1737918"/>
          </a:xfrm>
        </p:grpSpPr>
        <p:sp>
          <p:nvSpPr>
            <p:cNvPr id="2019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20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2021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2022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2023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2024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2025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2027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2029" name="end.: fa55"/>
            <p:cNvSpPr txBox="1"/>
            <p:nvPr/>
          </p:nvSpPr>
          <p:spPr>
            <a:xfrm>
              <a:off x="41311" y="1301241"/>
              <a:ext cx="1361822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rPr dirty="0"/>
                <a:t>end.: fa55</a:t>
              </a:r>
            </a:p>
          </p:txBody>
        </p:sp>
        <p:sp>
          <p:nvSpPr>
            <p:cNvPr id="2030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31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2032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2034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2037" name="Fa55"/>
          <p:cNvSpPr txBox="1"/>
          <p:nvPr/>
        </p:nvSpPr>
        <p:spPr>
          <a:xfrm>
            <a:off x="1145039" y="4872464"/>
            <a:ext cx="110251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 Fa55 </a:t>
            </a:r>
          </a:p>
        </p:txBody>
      </p:sp>
      <p:grpSp>
        <p:nvGrpSpPr>
          <p:cNvPr id="2042" name="Group"/>
          <p:cNvGrpSpPr/>
          <p:nvPr/>
        </p:nvGrpSpPr>
        <p:grpSpPr>
          <a:xfrm>
            <a:off x="382848" y="11620826"/>
            <a:ext cx="1297791" cy="1893273"/>
            <a:chOff x="0" y="-53881"/>
            <a:chExt cx="1297790" cy="1893272"/>
          </a:xfrm>
        </p:grpSpPr>
        <p:sp>
          <p:nvSpPr>
            <p:cNvPr id="2038" name="2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20</a:t>
              </a:r>
            </a:p>
          </p:txBody>
        </p:sp>
        <p:sp>
          <p:nvSpPr>
            <p:cNvPr id="2039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2040" name="Line Line" descr="Line Lin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2043" name="3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2044" name="def adicionar_no(self, valor):…"/>
          <p:cNvSpPr txBox="1"/>
          <p:nvPr/>
        </p:nvSpPr>
        <p:spPr>
          <a:xfrm>
            <a:off x="10630276" y="739775"/>
            <a:ext cx="5784504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2045" name="def _adicionar_no_folha(self, no_atual, valor):…"/>
          <p:cNvSpPr txBox="1"/>
          <p:nvPr/>
        </p:nvSpPr>
        <p:spPr>
          <a:xfrm>
            <a:off x="10636815" y="2602802"/>
            <a:ext cx="7247781" cy="210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sp>
        <p:nvSpPr>
          <p:cNvPr id="2046" name="############################# altura…"/>
          <p:cNvSpPr txBox="1"/>
          <p:nvPr/>
        </p:nvSpPr>
        <p:spPr>
          <a:xfrm>
            <a:off x="10736961" y="4660626"/>
            <a:ext cx="7247782" cy="889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 </a:t>
            </a:r>
            <a:r>
              <a:t>############################# altura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t>no_atual.altura = </a:t>
            </a:r>
            <a:r>
              <a:rPr>
                <a:solidFill>
                  <a:srgbClr val="1750EB"/>
                </a:solidFill>
              </a:rPr>
              <a:t>1 </a:t>
            </a:r>
            <a:r>
              <a:t>+ 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11480"/>
                </a:solidFill>
              </a:rPr>
              <a:t>max</a:t>
            </a:r>
            <a:r>
              <a:t>(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._altura(no_atual.esquerda),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._altura(no_atual.direita) )</a:t>
            </a:r>
          </a:p>
        </p:txBody>
      </p:sp>
      <p:sp>
        <p:nvSpPr>
          <p:cNvPr id="2047" name="############################# Fator Balanceamento…"/>
          <p:cNvSpPr txBox="1"/>
          <p:nvPr/>
        </p:nvSpPr>
        <p:spPr>
          <a:xfrm>
            <a:off x="10711289" y="5897912"/>
            <a:ext cx="12354013" cy="774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</a:t>
            </a:r>
            <a:r>
              <a:t>############################# Fator Balanceamento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0000"/>
                </a:solidFill>
              </a:rPr>
              <a:t>balanceamento </a:t>
            </a:r>
            <a:r>
              <a:t>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._balanceamento(no_atual)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t> </a:t>
            </a:r>
            <a:r>
              <a:rPr>
                <a:solidFill>
                  <a:srgbClr val="080808"/>
                </a:solidFill>
              </a:rPr>
              <a:t>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&lt;</a:t>
            </a:r>
            <a:r>
              <a:rPr>
                <a:solidFill>
                  <a:srgbClr val="080808"/>
                </a:solidFill>
              </a:rPr>
              <a:t> -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 </a:t>
            </a:r>
            <a:r>
              <a:rPr i="1">
                <a:solidFill>
                  <a:srgbClr val="8C8C8C"/>
                </a:solidFill>
              </a:rPr>
              <a:t># rotação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&lt; no_atual.esquerda.valor: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._rotacao_esquerda(no_atual.esquerda)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&gt;</a:t>
            </a:r>
            <a:r>
              <a:rPr>
                <a:solidFill>
                  <a:srgbClr val="080808"/>
                </a:solidFill>
              </a:rPr>
              <a:t> 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&gt; no_atual.direita.valor: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._rotacao_direita(no_atual.direita)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no_atual</a:t>
            </a:r>
          </a:p>
        </p:txBody>
      </p:sp>
      <p:sp>
        <p:nvSpPr>
          <p:cNvPr id="2048" name="2"/>
          <p:cNvSpPr txBox="1"/>
          <p:nvPr/>
        </p:nvSpPr>
        <p:spPr>
          <a:xfrm>
            <a:off x="4392445" y="4872464"/>
            <a:ext cx="312015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pic>
        <p:nvPicPr>
          <p:cNvPr id="2049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13976199" y="8151979"/>
            <a:ext cx="5487068" cy="76201"/>
          </a:xfrm>
          <a:prstGeom prst="rect">
            <a:avLst/>
          </a:prstGeom>
        </p:spPr>
      </p:pic>
      <p:sp>
        <p:nvSpPr>
          <p:cNvPr id="2051" name="A310"/>
          <p:cNvSpPr txBox="1"/>
          <p:nvPr/>
        </p:nvSpPr>
        <p:spPr>
          <a:xfrm>
            <a:off x="17780744" y="7539310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2052" name="Rectangle"/>
          <p:cNvSpPr/>
          <p:nvPr/>
        </p:nvSpPr>
        <p:spPr>
          <a:xfrm>
            <a:off x="10606974" y="99476"/>
            <a:ext cx="12903860" cy="5843595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053" name="def _rotacao_direita(self, pai):…"/>
          <p:cNvSpPr txBox="1"/>
          <p:nvPr/>
        </p:nvSpPr>
        <p:spPr>
          <a:xfrm>
            <a:off x="13523898" y="360117"/>
            <a:ext cx="6485658" cy="546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/>
              <a:t>_</a:t>
            </a:r>
            <a:r>
              <a:rPr dirty="0" err="1"/>
              <a:t>rotacao_direita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>
                <a:solidFill>
                  <a:srgbClr val="080808"/>
                </a:solidFill>
              </a:rPr>
              <a:t>, </a:t>
            </a:r>
            <a:r>
              <a:rPr dirty="0" err="1">
                <a:solidFill>
                  <a:srgbClr val="080808"/>
                </a:solidFill>
              </a:rPr>
              <a:t>pai</a:t>
            </a:r>
            <a:r>
              <a:rPr dirty="0">
                <a:solidFill>
                  <a:srgbClr val="080808"/>
                </a:solidFill>
              </a:rPr>
              <a:t>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 err="1">
                <a:solidFill>
                  <a:srgbClr val="000000"/>
                </a:solidFill>
              </a:rPr>
              <a:t>filhoE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/>
              <a:t>= </a:t>
            </a:r>
            <a:r>
              <a:rPr dirty="0" err="1"/>
              <a:t>pai.esquerda</a:t>
            </a:r>
            <a:endParaRPr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 err="1">
                <a:solidFill>
                  <a:srgbClr val="000000"/>
                </a:solidFill>
              </a:rPr>
              <a:t>neto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/>
              <a:t>= </a:t>
            </a:r>
            <a:r>
              <a:rPr dirty="0" err="1">
                <a:solidFill>
                  <a:srgbClr val="000000"/>
                </a:solidFill>
              </a:rPr>
              <a:t>filhoE</a:t>
            </a:r>
            <a:r>
              <a:rPr dirty="0" err="1"/>
              <a:t>.direita</a:t>
            </a:r>
            <a:endParaRPr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 err="1">
                <a:solidFill>
                  <a:srgbClr val="000000"/>
                </a:solidFill>
              </a:rPr>
              <a:t>filhoE</a:t>
            </a:r>
            <a:r>
              <a:rPr dirty="0" err="1"/>
              <a:t>.direita</a:t>
            </a:r>
            <a:r>
              <a:rPr dirty="0"/>
              <a:t> = </a:t>
            </a:r>
            <a:r>
              <a:rPr dirty="0" err="1"/>
              <a:t>pai</a:t>
            </a:r>
            <a:endParaRPr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 err="1"/>
              <a:t>pai.esquerda</a:t>
            </a:r>
            <a:r>
              <a:rPr dirty="0"/>
              <a:t> = </a:t>
            </a:r>
            <a:r>
              <a:rPr dirty="0" err="1">
                <a:solidFill>
                  <a:srgbClr val="000000"/>
                </a:solidFill>
              </a:rPr>
              <a:t>neto</a:t>
            </a:r>
            <a:endParaRPr dirty="0">
              <a:solidFill>
                <a:srgbClr val="000000"/>
              </a:solidFill>
            </a:endParaRP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0000"/>
                </a:solidFill>
              </a:rPr>
              <a:t> </a:t>
            </a:r>
            <a:r>
              <a:rPr dirty="0"/>
              <a:t>   </a:t>
            </a:r>
            <a:r>
              <a:rPr dirty="0" err="1"/>
              <a:t>pai.altura</a:t>
            </a:r>
            <a:r>
              <a:rPr dirty="0"/>
              <a:t> = </a:t>
            </a:r>
            <a:r>
              <a:rPr dirty="0">
                <a:solidFill>
                  <a:srgbClr val="1750EB"/>
                </a:solidFill>
              </a:rPr>
              <a:t>1 </a:t>
            </a:r>
            <a:r>
              <a:rPr dirty="0"/>
              <a:t>+ </a:t>
            </a:r>
            <a:r>
              <a:rPr dirty="0">
                <a:solidFill>
                  <a:srgbClr val="011480"/>
                </a:solidFill>
              </a:rPr>
              <a:t>max</a:t>
            </a:r>
            <a:r>
              <a:rPr dirty="0"/>
              <a:t>(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altura</a:t>
            </a:r>
            <a:r>
              <a:rPr dirty="0"/>
              <a:t>(</a:t>
            </a:r>
            <a:r>
              <a:rPr dirty="0" err="1"/>
              <a:t>pai.esquerda</a:t>
            </a:r>
            <a:r>
              <a:rPr dirty="0"/>
              <a:t>),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altura</a:t>
            </a:r>
            <a:r>
              <a:rPr dirty="0"/>
              <a:t>(</a:t>
            </a:r>
            <a:r>
              <a:rPr dirty="0" err="1"/>
              <a:t>pai.direita</a:t>
            </a:r>
            <a:r>
              <a:rPr dirty="0"/>
              <a:t>))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 err="1">
                <a:solidFill>
                  <a:srgbClr val="000000"/>
                </a:solidFill>
              </a:rPr>
              <a:t>filhoE</a:t>
            </a:r>
            <a:r>
              <a:rPr dirty="0" err="1"/>
              <a:t>.altura</a:t>
            </a:r>
            <a:r>
              <a:rPr dirty="0"/>
              <a:t> = </a:t>
            </a:r>
            <a:r>
              <a:rPr dirty="0">
                <a:solidFill>
                  <a:srgbClr val="1750EB"/>
                </a:solidFill>
              </a:rPr>
              <a:t>1 </a:t>
            </a:r>
            <a:r>
              <a:rPr dirty="0"/>
              <a:t>+ </a:t>
            </a:r>
            <a:r>
              <a:rPr dirty="0">
                <a:solidFill>
                  <a:srgbClr val="011480"/>
                </a:solidFill>
              </a:rPr>
              <a:t>max</a:t>
            </a:r>
            <a:r>
              <a:rPr dirty="0"/>
              <a:t>(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altura</a:t>
            </a:r>
            <a:r>
              <a:rPr dirty="0"/>
              <a:t>(</a:t>
            </a:r>
            <a:r>
              <a:rPr dirty="0" err="1">
                <a:solidFill>
                  <a:srgbClr val="000000"/>
                </a:solidFill>
              </a:rPr>
              <a:t>filhoE</a:t>
            </a:r>
            <a:r>
              <a:rPr dirty="0" err="1"/>
              <a:t>.esquerda</a:t>
            </a:r>
            <a:r>
              <a:rPr dirty="0"/>
              <a:t>),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altura</a:t>
            </a:r>
            <a:r>
              <a:rPr dirty="0"/>
              <a:t>(</a:t>
            </a:r>
            <a:r>
              <a:rPr dirty="0" err="1">
                <a:solidFill>
                  <a:srgbClr val="000000"/>
                </a:solidFill>
              </a:rPr>
              <a:t>filhoE</a:t>
            </a:r>
            <a:r>
              <a:rPr dirty="0" err="1"/>
              <a:t>.direita</a:t>
            </a:r>
            <a:r>
              <a:rPr dirty="0"/>
              <a:t>))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</a:t>
            </a:r>
            <a:r>
              <a:rPr dirty="0"/>
              <a:t>return </a:t>
            </a:r>
            <a:r>
              <a:rPr dirty="0" err="1">
                <a:solidFill>
                  <a:srgbClr val="000000"/>
                </a:solidFill>
              </a:rPr>
              <a:t>filhoE</a:t>
            </a:r>
            <a:endParaRPr dirty="0">
              <a:solidFill>
                <a:srgbClr val="000000"/>
              </a:solidFill>
            </a:endParaRPr>
          </a:p>
        </p:txBody>
      </p:sp>
      <p:sp>
        <p:nvSpPr>
          <p:cNvPr id="2054" name="None"/>
          <p:cNvSpPr txBox="1"/>
          <p:nvPr/>
        </p:nvSpPr>
        <p:spPr>
          <a:xfrm>
            <a:off x="13366412" y="1268593"/>
            <a:ext cx="81810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2055" name="None"/>
          <p:cNvSpPr txBox="1"/>
          <p:nvPr/>
        </p:nvSpPr>
        <p:spPr>
          <a:xfrm>
            <a:off x="13366412" y="2099706"/>
            <a:ext cx="81810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2056" name="1"/>
          <p:cNvSpPr txBox="1"/>
          <p:nvPr/>
        </p:nvSpPr>
        <p:spPr>
          <a:xfrm>
            <a:off x="13640643" y="2604377"/>
            <a:ext cx="269647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2057" name="0"/>
          <p:cNvSpPr txBox="1"/>
          <p:nvPr/>
        </p:nvSpPr>
        <p:spPr>
          <a:xfrm>
            <a:off x="14565369" y="3099966"/>
            <a:ext cx="269648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0</a:t>
            </a:r>
          </a:p>
        </p:txBody>
      </p:sp>
      <p:sp>
        <p:nvSpPr>
          <p:cNvPr id="2058" name="0"/>
          <p:cNvSpPr txBox="1"/>
          <p:nvPr/>
        </p:nvSpPr>
        <p:spPr>
          <a:xfrm>
            <a:off x="14565369" y="3514905"/>
            <a:ext cx="269648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0</a:t>
            </a:r>
          </a:p>
        </p:txBody>
      </p:sp>
      <p:sp>
        <p:nvSpPr>
          <p:cNvPr id="2059" name="1"/>
          <p:cNvSpPr txBox="1"/>
          <p:nvPr/>
        </p:nvSpPr>
        <p:spPr>
          <a:xfrm>
            <a:off x="14556627" y="4487244"/>
            <a:ext cx="269648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2060" name="A310"/>
          <p:cNvSpPr txBox="1"/>
          <p:nvPr/>
        </p:nvSpPr>
        <p:spPr>
          <a:xfrm>
            <a:off x="17971079" y="99324"/>
            <a:ext cx="77173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2061" name="E070"/>
          <p:cNvSpPr txBox="1"/>
          <p:nvPr/>
        </p:nvSpPr>
        <p:spPr>
          <a:xfrm>
            <a:off x="13447239" y="806945"/>
            <a:ext cx="761392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2062" name="A310"/>
          <p:cNvSpPr txBox="1"/>
          <p:nvPr/>
        </p:nvSpPr>
        <p:spPr>
          <a:xfrm>
            <a:off x="13389601" y="1701940"/>
            <a:ext cx="77172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2063" name="1"/>
          <p:cNvSpPr txBox="1"/>
          <p:nvPr/>
        </p:nvSpPr>
        <p:spPr>
          <a:xfrm>
            <a:off x="14556627" y="4979888"/>
            <a:ext cx="269648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2064" name="E070"/>
          <p:cNvSpPr txBox="1"/>
          <p:nvPr/>
        </p:nvSpPr>
        <p:spPr>
          <a:xfrm>
            <a:off x="13447239" y="5375706"/>
            <a:ext cx="761392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2065" name="filhoE"/>
          <p:cNvSpPr txBox="1"/>
          <p:nvPr/>
        </p:nvSpPr>
        <p:spPr>
          <a:xfrm>
            <a:off x="6638236" y="5497199"/>
            <a:ext cx="996545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/>
            </a:lvl1pPr>
          </a:lstStyle>
          <a:p>
            <a:r>
              <a:t>filhoE</a:t>
            </a:r>
          </a:p>
        </p:txBody>
      </p:sp>
      <p:pic>
        <p:nvPicPr>
          <p:cNvPr id="2066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2617285" y="5535837"/>
            <a:ext cx="3820617" cy="352234"/>
          </a:xfrm>
          <a:prstGeom prst="rect">
            <a:avLst/>
          </a:prstGeom>
        </p:spPr>
      </p:pic>
      <p:sp>
        <p:nvSpPr>
          <p:cNvPr id="2068" name="neto"/>
          <p:cNvSpPr txBox="1"/>
          <p:nvPr/>
        </p:nvSpPr>
        <p:spPr>
          <a:xfrm>
            <a:off x="6938075" y="3629666"/>
            <a:ext cx="819100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/>
            </a:lvl1pPr>
          </a:lstStyle>
          <a:p>
            <a:r>
              <a:t>neto</a:t>
            </a:r>
          </a:p>
        </p:txBody>
      </p:sp>
      <p:pic>
        <p:nvPicPr>
          <p:cNvPr id="2069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9763300">
            <a:off x="4051917" y="4303180"/>
            <a:ext cx="2863576" cy="352235"/>
          </a:xfrm>
          <a:prstGeom prst="rect">
            <a:avLst/>
          </a:prstGeom>
        </p:spPr>
      </p:pic>
      <p:sp>
        <p:nvSpPr>
          <p:cNvPr id="2071" name="pai"/>
          <p:cNvSpPr txBox="1"/>
          <p:nvPr/>
        </p:nvSpPr>
        <p:spPr>
          <a:xfrm>
            <a:off x="6838973" y="6792894"/>
            <a:ext cx="595072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/>
            </a:lvl1pPr>
          </a:lstStyle>
          <a:p>
            <a:r>
              <a:t>pai</a:t>
            </a:r>
          </a:p>
        </p:txBody>
      </p:sp>
      <p:sp>
        <p:nvSpPr>
          <p:cNvPr id="2072" name="A310"/>
          <p:cNvSpPr txBox="1"/>
          <p:nvPr/>
        </p:nvSpPr>
        <p:spPr>
          <a:xfrm>
            <a:off x="6750644" y="7185458"/>
            <a:ext cx="77172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2073" name="A310"/>
          <p:cNvSpPr txBox="1"/>
          <p:nvPr/>
        </p:nvSpPr>
        <p:spPr>
          <a:xfrm>
            <a:off x="3130069" y="4874180"/>
            <a:ext cx="1135584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 A310 </a:t>
            </a:r>
          </a:p>
        </p:txBody>
      </p:sp>
      <p:pic>
        <p:nvPicPr>
          <p:cNvPr id="2074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13028691">
            <a:off x="3788365" y="6233131"/>
            <a:ext cx="3316180" cy="352234"/>
          </a:xfrm>
          <a:prstGeom prst="rect">
            <a:avLst/>
          </a:prstGeom>
        </p:spPr>
      </p:pic>
      <p:pic>
        <p:nvPicPr>
          <p:cNvPr id="2076" name="Line Line" descr="Line Line"/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>
            <a:off x="11570045" y="764107"/>
            <a:ext cx="1285628" cy="352235"/>
          </a:xfrm>
          <a:prstGeom prst="rect">
            <a:avLst/>
          </a:prstGeom>
        </p:spPr>
      </p:pic>
      <p:pic>
        <p:nvPicPr>
          <p:cNvPr id="2078" name="Line Line" descr="Line Line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11570045" y="1272107"/>
            <a:ext cx="1285628" cy="352235"/>
          </a:xfrm>
          <a:prstGeom prst="rect">
            <a:avLst/>
          </a:prstGeom>
        </p:spPr>
      </p:pic>
      <p:pic>
        <p:nvPicPr>
          <p:cNvPr id="2080" name="Line Line" descr="Line Line"/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11570045" y="1780108"/>
            <a:ext cx="1285628" cy="352234"/>
          </a:xfrm>
          <a:prstGeom prst="rect">
            <a:avLst/>
          </a:prstGeom>
        </p:spPr>
      </p:pic>
      <p:pic>
        <p:nvPicPr>
          <p:cNvPr id="2082" name="Line Line" descr="Line Line"/>
          <p:cNvPicPr>
            <a:picLocks/>
          </p:cNvPicPr>
          <p:nvPr/>
        </p:nvPicPr>
        <p:blipFill>
          <a:blip r:embed="rId12"/>
          <a:stretch>
            <a:fillRect/>
          </a:stretch>
        </p:blipFill>
        <p:spPr>
          <a:xfrm>
            <a:off x="11570045" y="2161108"/>
            <a:ext cx="1285628" cy="352234"/>
          </a:xfrm>
          <a:prstGeom prst="rect">
            <a:avLst/>
          </a:prstGeom>
        </p:spPr>
      </p:pic>
      <p:sp>
        <p:nvSpPr>
          <p:cNvPr id="2084" name="None"/>
          <p:cNvSpPr txBox="1"/>
          <p:nvPr/>
        </p:nvSpPr>
        <p:spPr>
          <a:xfrm>
            <a:off x="7707964" y="3629666"/>
            <a:ext cx="116154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pPr>
            <a:r>
              <a:t> </a:t>
            </a:r>
            <a:r>
              <a:rPr>
                <a:solidFill>
                  <a:srgbClr val="000000"/>
                </a:solidFill>
              </a:rPr>
              <a:t>None</a:t>
            </a:r>
            <a:r>
              <a:t> </a:t>
            </a:r>
          </a:p>
        </p:txBody>
      </p:sp>
      <p:sp>
        <p:nvSpPr>
          <p:cNvPr id="2085" name="None"/>
          <p:cNvSpPr txBox="1"/>
          <p:nvPr/>
        </p:nvSpPr>
        <p:spPr>
          <a:xfrm>
            <a:off x="1064724" y="3061743"/>
            <a:ext cx="116154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pPr>
            <a:r>
              <a:t> </a:t>
            </a:r>
            <a:r>
              <a:rPr>
                <a:solidFill>
                  <a:srgbClr val="000000"/>
                </a:solidFill>
              </a:rPr>
              <a:t>None</a:t>
            </a:r>
            <a:r>
              <a:t> </a:t>
            </a:r>
          </a:p>
        </p:txBody>
      </p:sp>
      <p:pic>
        <p:nvPicPr>
          <p:cNvPr id="2086" name="Line Line" descr="Line Line"/>
          <p:cNvPicPr>
            <a:picLocks/>
          </p:cNvPicPr>
          <p:nvPr/>
        </p:nvPicPr>
        <p:blipFill>
          <a:blip r:embed="rId13"/>
          <a:stretch>
            <a:fillRect/>
          </a:stretch>
        </p:blipFill>
        <p:spPr>
          <a:xfrm rot="11031277">
            <a:off x="2067193" y="3530355"/>
            <a:ext cx="4921633" cy="352235"/>
          </a:xfrm>
          <a:prstGeom prst="rect">
            <a:avLst/>
          </a:prstGeom>
        </p:spPr>
      </p:pic>
      <p:pic>
        <p:nvPicPr>
          <p:cNvPr id="2088" name="Line Line" descr="Line Line"/>
          <p:cNvPicPr>
            <a:picLocks/>
          </p:cNvPicPr>
          <p:nvPr/>
        </p:nvPicPr>
        <p:blipFill>
          <a:blip r:embed="rId14"/>
          <a:stretch>
            <a:fillRect/>
          </a:stretch>
        </p:blipFill>
        <p:spPr>
          <a:xfrm>
            <a:off x="11570045" y="2669108"/>
            <a:ext cx="1285628" cy="352234"/>
          </a:xfrm>
          <a:prstGeom prst="rect">
            <a:avLst/>
          </a:prstGeom>
        </p:spPr>
      </p:pic>
      <p:sp>
        <p:nvSpPr>
          <p:cNvPr id="2090" name="1"/>
          <p:cNvSpPr txBox="1"/>
          <p:nvPr/>
        </p:nvSpPr>
        <p:spPr>
          <a:xfrm>
            <a:off x="4392445" y="3152623"/>
            <a:ext cx="312015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pic>
        <p:nvPicPr>
          <p:cNvPr id="2091" name="Line Line" descr="Line Line"/>
          <p:cNvPicPr>
            <a:picLocks/>
          </p:cNvPicPr>
          <p:nvPr/>
        </p:nvPicPr>
        <p:blipFill>
          <a:blip r:embed="rId15"/>
          <a:stretch>
            <a:fillRect/>
          </a:stretch>
        </p:blipFill>
        <p:spPr>
          <a:xfrm>
            <a:off x="11570045" y="4066108"/>
            <a:ext cx="1285628" cy="352234"/>
          </a:xfrm>
          <a:prstGeom prst="rect">
            <a:avLst/>
          </a:prstGeom>
        </p:spPr>
      </p:pic>
      <p:sp>
        <p:nvSpPr>
          <p:cNvPr id="2093" name="2"/>
          <p:cNvSpPr txBox="1"/>
          <p:nvPr/>
        </p:nvSpPr>
        <p:spPr>
          <a:xfrm>
            <a:off x="13667627" y="3979244"/>
            <a:ext cx="269648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2094" name="2"/>
          <p:cNvSpPr txBox="1"/>
          <p:nvPr/>
        </p:nvSpPr>
        <p:spPr>
          <a:xfrm>
            <a:off x="4392445" y="4910564"/>
            <a:ext cx="312015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pic>
        <p:nvPicPr>
          <p:cNvPr id="2095" name="Line Line" descr="Line Line"/>
          <p:cNvPicPr>
            <a:picLocks/>
          </p:cNvPicPr>
          <p:nvPr/>
        </p:nvPicPr>
        <p:blipFill>
          <a:blip r:embed="rId16"/>
          <a:stretch>
            <a:fillRect/>
          </a:stretch>
        </p:blipFill>
        <p:spPr>
          <a:xfrm rot="11295223">
            <a:off x="4779936" y="5117028"/>
            <a:ext cx="2327540" cy="352235"/>
          </a:xfrm>
          <a:prstGeom prst="rect">
            <a:avLst/>
          </a:prstGeom>
        </p:spPr>
      </p:pic>
      <p:pic>
        <p:nvPicPr>
          <p:cNvPr id="2097" name="Line Line" descr="Line Line"/>
          <p:cNvPicPr>
            <a:picLocks/>
          </p:cNvPicPr>
          <p:nvPr/>
        </p:nvPicPr>
        <p:blipFill>
          <a:blip r:embed="rId17"/>
          <a:stretch>
            <a:fillRect/>
          </a:stretch>
        </p:blipFill>
        <p:spPr>
          <a:xfrm>
            <a:off x="11570045" y="5463108"/>
            <a:ext cx="1285628" cy="352234"/>
          </a:xfrm>
          <a:prstGeom prst="rect">
            <a:avLst/>
          </a:prstGeom>
        </p:spPr>
      </p:pic>
      <p:sp>
        <p:nvSpPr>
          <p:cNvPr id="2099" name="E070"/>
          <p:cNvSpPr txBox="1"/>
          <p:nvPr/>
        </p:nvSpPr>
        <p:spPr>
          <a:xfrm>
            <a:off x="7835115" y="5540723"/>
            <a:ext cx="761391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pic>
        <p:nvPicPr>
          <p:cNvPr id="2100" name="Line Line" descr="Line Line"/>
          <p:cNvPicPr>
            <a:picLocks/>
          </p:cNvPicPr>
          <p:nvPr/>
        </p:nvPicPr>
        <p:blipFill>
          <a:blip r:embed="rId18"/>
          <a:stretch>
            <a:fillRect/>
          </a:stretch>
        </p:blipFill>
        <p:spPr>
          <a:xfrm rot="14511403">
            <a:off x="3777340" y="5112477"/>
            <a:ext cx="4082662" cy="352234"/>
          </a:xfrm>
          <a:prstGeom prst="rect">
            <a:avLst/>
          </a:prstGeom>
        </p:spPr>
      </p:pic>
      <p:pic>
        <p:nvPicPr>
          <p:cNvPr id="2102" name="Line Line" descr="Line Line"/>
          <p:cNvPicPr>
            <a:picLocks/>
          </p:cNvPicPr>
          <p:nvPr/>
        </p:nvPicPr>
        <p:blipFill>
          <a:blip r:embed="rId17"/>
          <a:stretch>
            <a:fillRect/>
          </a:stretch>
        </p:blipFill>
        <p:spPr>
          <a:xfrm>
            <a:off x="9821547" y="7696911"/>
            <a:ext cx="1285628" cy="352234"/>
          </a:xfrm>
          <a:prstGeom prst="rect">
            <a:avLst/>
          </a:prstGeom>
        </p:spPr>
      </p:pic>
      <p:grpSp>
        <p:nvGrpSpPr>
          <p:cNvPr id="2116" name="Group"/>
          <p:cNvGrpSpPr/>
          <p:nvPr/>
        </p:nvGrpSpPr>
        <p:grpSpPr>
          <a:xfrm>
            <a:off x="3169920" y="10769093"/>
            <a:ext cx="3023217" cy="2745006"/>
            <a:chOff x="0" y="0"/>
            <a:chExt cx="3023215" cy="2745004"/>
          </a:xfrm>
        </p:grpSpPr>
        <p:sp>
          <p:nvSpPr>
            <p:cNvPr id="2104" name="50"/>
            <p:cNvSpPr txBox="1"/>
            <p:nvPr/>
          </p:nvSpPr>
          <p:spPr>
            <a:xfrm>
              <a:off x="1230517" y="234969"/>
              <a:ext cx="537973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2105" name="Circle"/>
            <p:cNvSpPr/>
            <p:nvPr/>
          </p:nvSpPr>
          <p:spPr>
            <a:xfrm>
              <a:off x="101600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2106" name="Line Line" descr="Line Line"/>
            <p:cNvPicPr>
              <a:picLocks/>
            </p:cNvPicPr>
            <p:nvPr/>
          </p:nvPicPr>
          <p:blipFill>
            <a:blip r:embed="rId19"/>
            <a:stretch>
              <a:fillRect/>
            </a:stretch>
          </p:blipFill>
          <p:spPr>
            <a:xfrm rot="13771734">
              <a:off x="1545608" y="1267650"/>
              <a:ext cx="1208157" cy="76201"/>
            </a:xfrm>
            <a:prstGeom prst="rect">
              <a:avLst/>
            </a:prstGeom>
            <a:effectLst/>
          </p:spPr>
        </p:pic>
        <p:grpSp>
          <p:nvGrpSpPr>
            <p:cNvPr id="2112" name="Group"/>
            <p:cNvGrpSpPr/>
            <p:nvPr/>
          </p:nvGrpSpPr>
          <p:grpSpPr>
            <a:xfrm>
              <a:off x="-1" y="851732"/>
              <a:ext cx="1297792" cy="1893273"/>
              <a:chOff x="0" y="-53881"/>
              <a:chExt cx="1297790" cy="1893272"/>
            </a:xfrm>
          </p:grpSpPr>
          <p:sp>
            <p:nvSpPr>
              <p:cNvPr id="2108" name="20"/>
              <p:cNvSpPr txBox="1"/>
              <p:nvPr/>
            </p:nvSpPr>
            <p:spPr>
              <a:xfrm>
                <a:off x="214517" y="1107355"/>
                <a:ext cx="537973" cy="54813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3000"/>
                </a:lvl1pPr>
              </a:lstStyle>
              <a:p>
                <a:r>
                  <a:t>20</a:t>
                </a:r>
              </a:p>
            </p:txBody>
          </p:sp>
          <p:sp>
            <p:nvSpPr>
              <p:cNvPr id="2109" name="Circle"/>
              <p:cNvSpPr/>
              <p:nvPr/>
            </p:nvSpPr>
            <p:spPr>
              <a:xfrm>
                <a:off x="0" y="872386"/>
                <a:ext cx="967005" cy="967006"/>
              </a:xfrm>
              <a:prstGeom prst="ellips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>
                  <a:lnSpc>
                    <a:spcPct val="100000"/>
                  </a:lnSpc>
                  <a:spcBef>
                    <a:spcPts val="0"/>
                  </a:spcBef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/>
              </a:p>
            </p:txBody>
          </p:sp>
          <p:pic>
            <p:nvPicPr>
              <p:cNvPr id="2110" name="Line Line" descr="Line Line"/>
              <p:cNvPicPr>
                <a:picLocks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8100000">
                <a:off x="169412" y="391189"/>
                <a:ext cx="1290415" cy="76201"/>
              </a:xfrm>
              <a:prstGeom prst="rect">
                <a:avLst/>
              </a:prstGeom>
              <a:effectLst/>
            </p:spPr>
          </p:pic>
        </p:grpSp>
        <p:grpSp>
          <p:nvGrpSpPr>
            <p:cNvPr id="2115" name="Group"/>
            <p:cNvGrpSpPr/>
            <p:nvPr/>
          </p:nvGrpSpPr>
          <p:grpSpPr>
            <a:xfrm>
              <a:off x="2056210" y="1718557"/>
              <a:ext cx="967006" cy="967006"/>
              <a:chOff x="0" y="0"/>
              <a:chExt cx="967004" cy="967004"/>
            </a:xfrm>
          </p:grpSpPr>
          <p:sp>
            <p:nvSpPr>
              <p:cNvPr id="2113" name="100"/>
              <p:cNvSpPr txBox="1"/>
              <p:nvPr/>
            </p:nvSpPr>
            <p:spPr>
              <a:xfrm>
                <a:off x="125617" y="209568"/>
                <a:ext cx="749809" cy="548133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3000"/>
                </a:lvl1pPr>
              </a:lstStyle>
              <a:p>
                <a:r>
                  <a:t>100</a:t>
                </a:r>
              </a:p>
            </p:txBody>
          </p:sp>
          <p:sp>
            <p:nvSpPr>
              <p:cNvPr id="2114" name="Circle"/>
              <p:cNvSpPr/>
              <p:nvPr/>
            </p:nvSpPr>
            <p:spPr>
              <a:xfrm>
                <a:off x="0" y="0"/>
                <a:ext cx="967005" cy="967005"/>
              </a:xfrm>
              <a:prstGeom prst="ellips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>
                  <a:lnSpc>
                    <a:spcPct val="100000"/>
                  </a:lnSpc>
                  <a:spcBef>
                    <a:spcPts val="0"/>
                  </a:spcBef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/>
              </a:p>
            </p:txBody>
          </p:sp>
        </p:grpSp>
      </p:grpSp>
      <p:pic>
        <p:nvPicPr>
          <p:cNvPr id="2117" name="Line Line" descr="Line Line"/>
          <p:cNvPicPr>
            <a:picLocks/>
          </p:cNvPicPr>
          <p:nvPr/>
        </p:nvPicPr>
        <p:blipFill>
          <a:blip r:embed="rId19"/>
          <a:stretch>
            <a:fillRect/>
          </a:stretch>
        </p:blipFill>
        <p:spPr>
          <a:xfrm rot="13771734">
            <a:off x="4447101" y="12103496"/>
            <a:ext cx="1208157" cy="76201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0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0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0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0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0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3" presetClass="entr" presetSubtype="16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2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900" fill="hold"/>
                                        <p:tgtEl>
                                          <p:spTgt spid="20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900" fill="hold"/>
                                        <p:tgtEl>
                                          <p:spTgt spid="20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00"/>
                            </p:stCondLst>
                            <p:childTnLst>
                              <p:par>
                                <p:cTn id="32" presetID="23" presetClass="entr" presetSubtype="16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2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0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0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3" presetClass="entr" presetSubtype="16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2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20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00" fill="hold"/>
                                        <p:tgtEl>
                                          <p:spTgt spid="20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600"/>
                            </p:stCondLst>
                            <p:childTnLst>
                              <p:par>
                                <p:cTn id="43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" fill="hold"/>
                                        <p:tgtEl>
                                          <p:spTgt spid="2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800" fill="hold"/>
                                        <p:tgtEl>
                                          <p:spTgt spid="20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800" fill="hold"/>
                                        <p:tgtEl>
                                          <p:spTgt spid="20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400"/>
                            </p:stCondLst>
                            <p:childTnLst>
                              <p:par>
                                <p:cTn id="48" presetID="23" presetClass="entr" presetSubtype="16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9" fill="hold"/>
                                        <p:tgtEl>
                                          <p:spTgt spid="2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800" fill="hold"/>
                                        <p:tgtEl>
                                          <p:spTgt spid="20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fill="hold"/>
                                        <p:tgtEl>
                                          <p:spTgt spid="20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200"/>
                            </p:stCondLst>
                            <p:childTnLst>
                              <p:par>
                                <p:cTn id="53" presetID="23" presetClass="entr" presetSubtype="16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2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800" fill="hold"/>
                                        <p:tgtEl>
                                          <p:spTgt spid="20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800" fill="hold"/>
                                        <p:tgtEl>
                                          <p:spTgt spid="20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3" presetClass="entr" presetSubtype="16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9" fill="hold"/>
                                        <p:tgtEl>
                                          <p:spTgt spid="2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20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20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xit" fill="hold" grpId="1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5" dur="900" fill="hold"/>
                                        <p:tgtEl>
                                          <p:spTgt spid="20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3" presetClass="entr" presetSubtype="16" fill="hold" grpId="1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2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20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00" fill="hold"/>
                                        <p:tgtEl>
                                          <p:spTgt spid="20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600"/>
                            </p:stCondLst>
                            <p:childTnLst>
                              <p:par>
                                <p:cTn id="74" presetID="23" presetClass="entr" presetSubtype="16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5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8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8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1400"/>
                            </p:stCondLst>
                            <p:childTnLst>
                              <p:par>
                                <p:cTn id="79" presetID="23" presetClass="entr" presetSubtype="16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0" fill="hold"/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800" fill="hold"/>
                                        <p:tgtEl>
                                          <p:spTgt spid="20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800" fill="hold"/>
                                        <p:tgtEl>
                                          <p:spTgt spid="20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2200"/>
                            </p:stCondLst>
                            <p:childTnLst>
                              <p:par>
                                <p:cTn id="84" presetID="23" presetClass="entr" presetSubtype="16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" fill="hold"/>
                                        <p:tgtEl>
                                          <p:spTgt spid="2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2500" fill="hold"/>
                                        <p:tgtEl>
                                          <p:spTgt spid="20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2500" fill="hold"/>
                                        <p:tgtEl>
                                          <p:spTgt spid="20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4700"/>
                            </p:stCondLst>
                            <p:childTnLst>
                              <p:par>
                                <p:cTn id="89" presetID="23" presetClass="entr" presetSubtype="16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2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20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20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9" presetClass="exit" fill="hold" grpId="1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6" dur="900" fill="hold"/>
                                        <p:tgtEl>
                                          <p:spTgt spid="20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3" presetClass="entr" presetSubtype="16" fill="hold" grpId="1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1" fill="hold"/>
                                        <p:tgtEl>
                                          <p:spTgt spid="2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0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20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600"/>
                            </p:stCondLst>
                            <p:childTnLst>
                              <p:par>
                                <p:cTn id="105" presetID="23" presetClass="entr" presetSubtype="16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6" fill="hold"/>
                                        <p:tgtEl>
                                          <p:spTgt spid="2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800" fill="hold"/>
                                        <p:tgtEl>
                                          <p:spTgt spid="20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800" fill="hold"/>
                                        <p:tgtEl>
                                          <p:spTgt spid="20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1400"/>
                            </p:stCondLst>
                            <p:childTnLst>
                              <p:par>
                                <p:cTn id="110" presetID="23" presetClass="entr" presetSubtype="16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1" fill="hold"/>
                                        <p:tgtEl>
                                          <p:spTgt spid="2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20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20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23" presetClass="entr" presetSubtype="16" fill="hold" grpId="2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7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8" dur="2500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2500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2500"/>
                            </p:stCondLst>
                            <p:childTnLst>
                              <p:par>
                                <p:cTn id="121" presetID="23" presetClass="entr" presetSubtype="16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2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3" dur="1000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1000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3500"/>
                            </p:stCondLst>
                            <p:childTnLst>
                              <p:par>
                                <p:cTn id="126" presetID="23" presetClass="entr" presetSubtype="16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2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8" dur="300" fill="hold"/>
                                        <p:tgtEl>
                                          <p:spTgt spid="21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300" fill="hold"/>
                                        <p:tgtEl>
                                          <p:spTgt spid="21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3800"/>
                            </p:stCondLst>
                            <p:childTnLst>
                              <p:par>
                                <p:cTn id="131" presetID="9" presetClass="exit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32" dur="900" fill="hold"/>
                                        <p:tgtEl>
                                          <p:spTgt spid="20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23" presetClass="entr" presetSubtype="16" fill="hold" grpId="2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7" fill="hold"/>
                                        <p:tgtEl>
                                          <p:spTgt spid="2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8" dur="600" fill="hold"/>
                                        <p:tgtEl>
                                          <p:spTgt spid="20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00" fill="hold"/>
                                        <p:tgtEl>
                                          <p:spTgt spid="20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600"/>
                            </p:stCondLst>
                            <p:childTnLst>
                              <p:par>
                                <p:cTn id="141" presetID="23" presetClass="entr" presetSubtype="16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2" fill="hold"/>
                                        <p:tgtEl>
                                          <p:spTgt spid="2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3" dur="800" fill="hold"/>
                                        <p:tgtEl>
                                          <p:spTgt spid="20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800" fill="hold"/>
                                        <p:tgtEl>
                                          <p:spTgt spid="20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1400"/>
                            </p:stCondLst>
                            <p:childTnLst>
                              <p:par>
                                <p:cTn id="146" presetID="23" presetClass="entr" presetSubtype="16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7" fill="hold"/>
                                        <p:tgtEl>
                                          <p:spTgt spid="2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600" fill="hold"/>
                                        <p:tgtEl>
                                          <p:spTgt spid="208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600" fill="hold"/>
                                        <p:tgtEl>
                                          <p:spTgt spid="208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23" presetClass="entr" presetSubtype="16" fill="hold" grpId="2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3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4" dur="2500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2500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" fill="hold">
                            <p:stCondLst>
                              <p:cond delay="2500"/>
                            </p:stCondLst>
                            <p:childTnLst>
                              <p:par>
                                <p:cTn id="157" presetID="9" presetClass="exit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8" dur="800" fill="hold"/>
                                        <p:tgtEl>
                                          <p:spTgt spid="21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3300"/>
                            </p:stCondLst>
                            <p:childTnLst>
                              <p:par>
                                <p:cTn id="161" presetID="9" presetClass="exit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2" dur="900" fill="hold"/>
                                        <p:tgtEl>
                                          <p:spTgt spid="20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indefinite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23" presetClass="entr" presetSubtype="16" fill="hold" grpId="3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7" fill="hold"/>
                                        <p:tgtEl>
                                          <p:spTgt spid="2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8" dur="600" fill="hold"/>
                                        <p:tgtEl>
                                          <p:spTgt spid="20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600" fill="hold"/>
                                        <p:tgtEl>
                                          <p:spTgt spid="20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600"/>
                            </p:stCondLst>
                            <p:childTnLst>
                              <p:par>
                                <p:cTn id="171" presetID="23" presetClass="entr" presetSubtype="16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2" fill="hold"/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3" dur="800" fill="hold"/>
                                        <p:tgtEl>
                                          <p:spTgt spid="20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800" fill="hold"/>
                                        <p:tgtEl>
                                          <p:spTgt spid="20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" fill="hold">
                            <p:stCondLst>
                              <p:cond delay="1400"/>
                            </p:stCondLst>
                            <p:childTnLst>
                              <p:par>
                                <p:cTn id="176" presetID="23" presetClass="entr" presetSubtype="16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7" fill="hold"/>
                                        <p:tgtEl>
                                          <p:spTgt spid="2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8" dur="800" fill="hold"/>
                                        <p:tgtEl>
                                          <p:spTgt spid="20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800" fill="hold"/>
                                        <p:tgtEl>
                                          <p:spTgt spid="20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2200"/>
                            </p:stCondLst>
                            <p:childTnLst>
                              <p:par>
                                <p:cTn id="181" presetID="23" presetClass="entr" presetSubtype="16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2" fill="hold"/>
                                        <p:tgtEl>
                                          <p:spTgt spid="2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3" dur="800" fill="hold"/>
                                        <p:tgtEl>
                                          <p:spTgt spid="20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800" fill="hold"/>
                                        <p:tgtEl>
                                          <p:spTgt spid="20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3000"/>
                            </p:stCondLst>
                            <p:childTnLst>
                              <p:par>
                                <p:cTn id="186" presetID="23" presetClass="entr" presetSubtype="16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7" fill="hold"/>
                                        <p:tgtEl>
                                          <p:spTgt spid="2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8" dur="600" fill="hold"/>
                                        <p:tgtEl>
                                          <p:spTgt spid="21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600" fill="hold"/>
                                        <p:tgtEl>
                                          <p:spTgt spid="21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23" presetClass="entr" presetSubtype="16" fill="hold" grpId="3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3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4" dur="800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800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800"/>
                            </p:stCondLst>
                            <p:childTnLst>
                              <p:par>
                                <p:cTn id="197" presetID="9" presetClass="exit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8" dur="900" fill="hold"/>
                                        <p:tgtEl>
                                          <p:spTgt spid="2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9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indefinite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23" presetClass="entr" presetSubtype="16" fill="hold" grpId="3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3" fill="hold"/>
                                        <p:tgtEl>
                                          <p:spTgt spid="2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4" dur="600" fill="hold"/>
                                        <p:tgtEl>
                                          <p:spTgt spid="20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5" dur="600" fill="hold"/>
                                        <p:tgtEl>
                                          <p:spTgt spid="20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6" fill="hold">
                            <p:stCondLst>
                              <p:cond delay="600"/>
                            </p:stCondLst>
                            <p:childTnLst>
                              <p:par>
                                <p:cTn id="207" presetID="23" presetClass="entr" presetSubtype="16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8" fill="hold"/>
                                        <p:tgtEl>
                                          <p:spTgt spid="2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9" dur="1000" fill="hold"/>
                                        <p:tgtEl>
                                          <p:spTgt spid="20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0" dur="1000" fill="hold"/>
                                        <p:tgtEl>
                                          <p:spTgt spid="20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1600"/>
                            </p:stCondLst>
                            <p:childTnLst>
                              <p:par>
                                <p:cTn id="212" presetID="23" presetClass="entr" presetSubtype="16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3" fill="hold"/>
                                        <p:tgtEl>
                                          <p:spTgt spid="2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4" dur="900" fill="hold"/>
                                        <p:tgtEl>
                                          <p:spTgt spid="20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5" dur="900" fill="hold"/>
                                        <p:tgtEl>
                                          <p:spTgt spid="20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2500"/>
                            </p:stCondLst>
                            <p:childTnLst>
                              <p:par>
                                <p:cTn id="217" presetID="23" presetClass="entr" presetSubtype="16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8" fill="hold"/>
                                        <p:tgtEl>
                                          <p:spTgt spid="2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9" dur="900" fill="hold"/>
                                        <p:tgtEl>
                                          <p:spTgt spid="20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0" dur="900" fill="hold"/>
                                        <p:tgtEl>
                                          <p:spTgt spid="20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1" fill="hold">
                            <p:stCondLst>
                              <p:cond delay="3400"/>
                            </p:stCondLst>
                            <p:childTnLst>
                              <p:par>
                                <p:cTn id="222" presetID="23" presetClass="entr" presetSubtype="16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3" fill="hold"/>
                                        <p:tgtEl>
                                          <p:spTgt spid="2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4" dur="600" fill="hold"/>
                                        <p:tgtEl>
                                          <p:spTgt spid="20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5" dur="600" fill="hold"/>
                                        <p:tgtEl>
                                          <p:spTgt spid="20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>
                      <p:stCondLst>
                        <p:cond delay="indefinite"/>
                      </p:stCondLst>
                      <p:childTnLst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23" presetClass="entr" presetSubtype="16" fill="hold" grpId="4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9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0" dur="900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1" dur="900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2" fill="hold">
                            <p:stCondLst>
                              <p:cond delay="900"/>
                            </p:stCondLst>
                            <p:childTnLst>
                              <p:par>
                                <p:cTn id="233" presetID="9" presetClass="exit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34" dur="900" fill="hold"/>
                                        <p:tgtEl>
                                          <p:spTgt spid="20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6" fill="hold">
                      <p:stCondLst>
                        <p:cond delay="indefinite"/>
                      </p:stCondLst>
                      <p:childTnLst>
                        <p:par>
                          <p:cTn id="237" fill="hold">
                            <p:stCondLst>
                              <p:cond delay="0"/>
                            </p:stCondLst>
                            <p:childTnLst>
                              <p:par>
                                <p:cTn id="238" presetID="23" presetClass="entr" presetSubtype="16" fill="hold" grpId="4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9" fill="hold"/>
                                        <p:tgtEl>
                                          <p:spTgt spid="2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0" dur="600" fill="hold"/>
                                        <p:tgtEl>
                                          <p:spTgt spid="20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1" dur="600" fill="hold"/>
                                        <p:tgtEl>
                                          <p:spTgt spid="20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2" fill="hold">
                            <p:stCondLst>
                              <p:cond delay="600"/>
                            </p:stCondLst>
                            <p:childTnLst>
                              <p:par>
                                <p:cTn id="243" presetID="23" presetClass="entr" presetSubtype="16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4" fill="hold"/>
                                        <p:tgtEl>
                                          <p:spTgt spid="2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5" dur="900" fill="hold"/>
                                        <p:tgtEl>
                                          <p:spTgt spid="20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6" dur="900" fill="hold"/>
                                        <p:tgtEl>
                                          <p:spTgt spid="20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7" fill="hold">
                      <p:stCondLst>
                        <p:cond delay="indefinite"/>
                      </p:stCondLst>
                      <p:childTnLst>
                        <p:par>
                          <p:cTn id="248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23" presetClass="entr" presetSubtype="16" fill="hold" grpId="4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0" fill="hold"/>
                                        <p:tgtEl>
                                          <p:spTgt spid="2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1" dur="600" fill="hold"/>
                                        <p:tgtEl>
                                          <p:spTgt spid="21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2" dur="600" fill="hold"/>
                                        <p:tgtEl>
                                          <p:spTgt spid="21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37" grpId="1" animBg="1" advAuto="0"/>
      <p:bldP spid="2052" grpId="2" animBg="1" advAuto="0"/>
      <p:bldP spid="2053" grpId="3" animBg="1" advAuto="0"/>
      <p:bldP spid="2054" grpId="14" animBg="1" advAuto="0"/>
      <p:bldP spid="2055" grpId="27" animBg="1" advAuto="0"/>
      <p:bldP spid="2056" grpId="33" animBg="1" advAuto="0"/>
      <p:bldP spid="2057" grpId="34" animBg="1" advAuto="0"/>
      <p:bldP spid="2058" grpId="35" animBg="1" advAuto="0"/>
      <p:bldP spid="2059" grpId="41" animBg="1" advAuto="0"/>
      <p:bldP spid="2060" grpId="4" animBg="1" advAuto="0"/>
      <p:bldP spid="2061" grpId="8" animBg="1" advAuto="0"/>
      <p:bldP spid="2062" grpId="20" animBg="1" advAuto="0"/>
      <p:bldP spid="2063" grpId="42" animBg="1" advAuto="0"/>
      <p:bldP spid="2064" grpId="47" animBg="1" advAuto="0"/>
      <p:bldP spid="2065" grpId="9" animBg="1" advAuto="0"/>
      <p:bldP spid="2066" grpId="11" animBg="1" advAuto="0"/>
      <p:bldP spid="2066" grpId="12" animBg="1" advAuto="0"/>
      <p:bldP spid="2068" grpId="15" animBg="1" advAuto="0"/>
      <p:bldP spid="2069" grpId="17" animBg="1" advAuto="0"/>
      <p:bldP spid="2069" grpId="18" animBg="1" advAuto="0"/>
      <p:bldP spid="2071" grpId="5" animBg="1" advAuto="0"/>
      <p:bldP spid="2072" grpId="6" animBg="1" advAuto="0"/>
      <p:bldP spid="2073" grpId="22" animBg="1" advAuto="0"/>
      <p:bldP spid="2074" grpId="21" animBg="1" advAuto="0"/>
      <p:bldP spid="2074" grpId="25" animBg="1" advAuto="0"/>
      <p:bldP spid="2076" grpId="7" animBg="1" advAuto="0"/>
      <p:bldP spid="2078" grpId="13" animBg="1" advAuto="0"/>
      <p:bldP spid="2080" grpId="19" animBg="1" advAuto="0"/>
      <p:bldP spid="2082" grpId="26" animBg="1" advAuto="0"/>
      <p:bldP spid="2084" grpId="16" animBg="1" advAuto="0"/>
      <p:bldP spid="2085" grpId="29" animBg="1" advAuto="0"/>
      <p:bldP spid="2086" grpId="28" animBg="1" advAuto="0"/>
      <p:bldP spid="2086" grpId="31" animBg="1" advAuto="0"/>
      <p:bldP spid="2088" grpId="32" animBg="1" advAuto="0"/>
      <p:bldP spid="2090" grpId="37" animBg="1" advAuto="0"/>
      <p:bldP spid="2091" grpId="39" animBg="1" advAuto="0"/>
      <p:bldP spid="2093" grpId="40" animBg="1" advAuto="0"/>
      <p:bldP spid="2094" grpId="44" animBg="1" advAuto="0"/>
      <p:bldP spid="2095" grpId="43" animBg="1" advAuto="0"/>
      <p:bldP spid="2095" grpId="45" animBg="1" advAuto="0"/>
      <p:bldP spid="2097" grpId="46" animBg="1" advAuto="0"/>
      <p:bldP spid="2099" grpId="10" animBg="1" advAuto="0"/>
      <p:bldP spid="2100" grpId="36" animBg="1" advAuto="0"/>
      <p:bldP spid="2100" grpId="38" animBg="1" advAuto="0"/>
      <p:bldP spid="2102" grpId="48" animBg="1" advAuto="0"/>
      <p:bldP spid="2116" grpId="23" animBg="1" advAuto="0"/>
      <p:bldP spid="2117" grpId="24" animBg="1" advAuto="0"/>
      <p:bldP spid="2117" grpId="30" animBg="1" advAuto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2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AVL </a:t>
            </a:r>
            <a:r>
              <a:rPr sz="5000" spc="-100" dirty="0"/>
              <a:t>Entrada: 100, 50, 20</a:t>
            </a:r>
            <a:r>
              <a:rPr lang="en-US" sz="5000" spc="-100" dirty="0"/>
              <a:t>, </a:t>
            </a:r>
            <a:r>
              <a:rPr lang="en-US" sz="5000" u="sng" spc="-100" dirty="0"/>
              <a:t>80</a:t>
            </a:r>
            <a:endParaRPr sz="5000" u="sng" spc="-100" dirty="0"/>
          </a:p>
        </p:txBody>
      </p:sp>
      <p:grpSp>
        <p:nvGrpSpPr>
          <p:cNvPr id="1990" name="Group"/>
          <p:cNvGrpSpPr/>
          <p:nvPr/>
        </p:nvGrpSpPr>
        <p:grpSpPr>
          <a:xfrm>
            <a:off x="988803" y="2474604"/>
            <a:ext cx="4237787" cy="1723228"/>
            <a:chOff x="0" y="-1"/>
            <a:chExt cx="4237785" cy="1723226"/>
          </a:xfrm>
        </p:grpSpPr>
        <p:sp>
          <p:nvSpPr>
            <p:cNvPr id="1974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975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76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77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78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979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6209" y="486673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981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983" name="end.: a310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1984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985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986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988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2011" name="Group"/>
          <p:cNvGrpSpPr/>
          <p:nvPr/>
        </p:nvGrpSpPr>
        <p:grpSpPr>
          <a:xfrm>
            <a:off x="988803" y="4290625"/>
            <a:ext cx="4265855" cy="1723228"/>
            <a:chOff x="0" y="-1"/>
            <a:chExt cx="4265853" cy="1723226"/>
          </a:xfrm>
        </p:grpSpPr>
        <p:sp>
          <p:nvSpPr>
            <p:cNvPr id="1995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99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9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9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9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2000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292" y="465467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2002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2004" name="end.: e070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2006" name="1"/>
            <p:cNvSpPr txBox="1"/>
            <p:nvPr/>
          </p:nvSpPr>
          <p:spPr>
            <a:xfrm>
              <a:off x="3394323" y="593741"/>
              <a:ext cx="102657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endParaRPr dirty="0"/>
            </a:p>
          </p:txBody>
        </p:sp>
        <p:pic>
          <p:nvPicPr>
            <p:cNvPr id="2007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17399" y="459724"/>
              <a:ext cx="1200700" cy="736196"/>
            </a:xfrm>
            <a:prstGeom prst="rect">
              <a:avLst/>
            </a:prstGeom>
            <a:effectLst/>
          </p:spPr>
        </p:pic>
        <p:pic>
          <p:nvPicPr>
            <p:cNvPr id="2009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98847" y="448519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2012" name="E070"/>
          <p:cNvSpPr txBox="1"/>
          <p:nvPr/>
        </p:nvSpPr>
        <p:spPr>
          <a:xfrm>
            <a:off x="1169438" y="3087838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18" name="2"/>
          <p:cNvSpPr txBox="1"/>
          <p:nvPr/>
        </p:nvSpPr>
        <p:spPr>
          <a:xfrm>
            <a:off x="4392445" y="307296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grpSp>
        <p:nvGrpSpPr>
          <p:cNvPr id="2036" name="Group"/>
          <p:cNvGrpSpPr/>
          <p:nvPr/>
        </p:nvGrpSpPr>
        <p:grpSpPr>
          <a:xfrm>
            <a:off x="988803" y="6185655"/>
            <a:ext cx="4237787" cy="1723228"/>
            <a:chOff x="0" y="-1"/>
            <a:chExt cx="4237785" cy="1723226"/>
          </a:xfrm>
        </p:grpSpPr>
        <p:sp>
          <p:nvSpPr>
            <p:cNvPr id="2019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20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2021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2022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2023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2024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2025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2027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2029" name="end.: fa55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2030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31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2032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2034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2037" name="Fa55"/>
          <p:cNvSpPr txBox="1"/>
          <p:nvPr/>
        </p:nvSpPr>
        <p:spPr>
          <a:xfrm>
            <a:off x="1084500" y="4867842"/>
            <a:ext cx="110251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rPr dirty="0"/>
              <a:t> Fa55 </a:t>
            </a:r>
          </a:p>
        </p:txBody>
      </p:sp>
      <p:sp>
        <p:nvSpPr>
          <p:cNvPr id="2043" name="3"/>
          <p:cNvSpPr txBox="1"/>
          <p:nvPr/>
        </p:nvSpPr>
        <p:spPr>
          <a:xfrm>
            <a:off x="4392445" y="307296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73" name="A310"/>
          <p:cNvSpPr txBox="1"/>
          <p:nvPr/>
        </p:nvSpPr>
        <p:spPr>
          <a:xfrm>
            <a:off x="3128979" y="4867842"/>
            <a:ext cx="1135584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rPr dirty="0"/>
              <a:t> A310 </a:t>
            </a:r>
          </a:p>
        </p:txBody>
      </p:sp>
      <p:sp>
        <p:nvSpPr>
          <p:cNvPr id="2085" name="None"/>
          <p:cNvSpPr txBox="1"/>
          <p:nvPr/>
        </p:nvSpPr>
        <p:spPr>
          <a:xfrm>
            <a:off x="1134169" y="3079725"/>
            <a:ext cx="1061188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pPr>
            <a:r>
              <a:rPr dirty="0"/>
              <a:t> </a:t>
            </a:r>
            <a:r>
              <a:rPr lang="pt-BR" sz="2800" dirty="0"/>
              <a:t>B6F0</a:t>
            </a:r>
          </a:p>
        </p:txBody>
      </p:sp>
      <p:sp>
        <p:nvSpPr>
          <p:cNvPr id="2090" name="1"/>
          <p:cNvSpPr txBox="1"/>
          <p:nvPr/>
        </p:nvSpPr>
        <p:spPr>
          <a:xfrm>
            <a:off x="4392445" y="316914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94" name="2"/>
          <p:cNvSpPr txBox="1"/>
          <p:nvPr/>
        </p:nvSpPr>
        <p:spPr>
          <a:xfrm flipH="1">
            <a:off x="4459951" y="4900895"/>
            <a:ext cx="429490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rPr lang="pt-BR" dirty="0"/>
              <a:t>3</a:t>
            </a:r>
            <a:endParaRPr dirty="0"/>
          </a:p>
        </p:txBody>
      </p:sp>
      <p:grpSp>
        <p:nvGrpSpPr>
          <p:cNvPr id="2116" name="Group"/>
          <p:cNvGrpSpPr/>
          <p:nvPr/>
        </p:nvGrpSpPr>
        <p:grpSpPr>
          <a:xfrm>
            <a:off x="7677980" y="3983469"/>
            <a:ext cx="3023217" cy="2745006"/>
            <a:chOff x="0" y="0"/>
            <a:chExt cx="3023215" cy="2745004"/>
          </a:xfrm>
        </p:grpSpPr>
        <p:sp>
          <p:nvSpPr>
            <p:cNvPr id="2104" name="50"/>
            <p:cNvSpPr txBox="1"/>
            <p:nvPr/>
          </p:nvSpPr>
          <p:spPr>
            <a:xfrm>
              <a:off x="1230517" y="234969"/>
              <a:ext cx="537973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rPr dirty="0"/>
                <a:t>50</a:t>
              </a:r>
            </a:p>
          </p:txBody>
        </p:sp>
        <p:sp>
          <p:nvSpPr>
            <p:cNvPr id="2105" name="Circle"/>
            <p:cNvSpPr/>
            <p:nvPr/>
          </p:nvSpPr>
          <p:spPr>
            <a:xfrm>
              <a:off x="101600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2106" name="Line Line" descr="Line Lin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3771734">
              <a:off x="1545608" y="1267650"/>
              <a:ext cx="1208157" cy="76201"/>
            </a:xfrm>
            <a:prstGeom prst="rect">
              <a:avLst/>
            </a:prstGeom>
            <a:effectLst/>
          </p:spPr>
        </p:pic>
        <p:grpSp>
          <p:nvGrpSpPr>
            <p:cNvPr id="2112" name="Group"/>
            <p:cNvGrpSpPr/>
            <p:nvPr/>
          </p:nvGrpSpPr>
          <p:grpSpPr>
            <a:xfrm>
              <a:off x="-1" y="851732"/>
              <a:ext cx="1297792" cy="1893273"/>
              <a:chOff x="0" y="-53881"/>
              <a:chExt cx="1297790" cy="1893272"/>
            </a:xfrm>
          </p:grpSpPr>
          <p:sp>
            <p:nvSpPr>
              <p:cNvPr id="2108" name="20"/>
              <p:cNvSpPr txBox="1"/>
              <p:nvPr/>
            </p:nvSpPr>
            <p:spPr>
              <a:xfrm>
                <a:off x="214517" y="1107355"/>
                <a:ext cx="537973" cy="54813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3000"/>
                </a:lvl1pPr>
              </a:lstStyle>
              <a:p>
                <a:r>
                  <a:t>20</a:t>
                </a:r>
              </a:p>
            </p:txBody>
          </p:sp>
          <p:sp>
            <p:nvSpPr>
              <p:cNvPr id="2109" name="Circle"/>
              <p:cNvSpPr/>
              <p:nvPr/>
            </p:nvSpPr>
            <p:spPr>
              <a:xfrm>
                <a:off x="0" y="872386"/>
                <a:ext cx="967005" cy="967006"/>
              </a:xfrm>
              <a:prstGeom prst="ellips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>
                  <a:lnSpc>
                    <a:spcPct val="100000"/>
                  </a:lnSpc>
                  <a:spcBef>
                    <a:spcPts val="0"/>
                  </a:spcBef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/>
              </a:p>
            </p:txBody>
          </p:sp>
          <p:pic>
            <p:nvPicPr>
              <p:cNvPr id="2110" name="Line Line" descr="Line Line"/>
              <p:cNvPicPr>
                <a:picLocks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8100000">
                <a:off x="169412" y="391189"/>
                <a:ext cx="1290415" cy="76201"/>
              </a:xfrm>
              <a:prstGeom prst="rect">
                <a:avLst/>
              </a:prstGeom>
              <a:effectLst/>
            </p:spPr>
          </p:pic>
        </p:grpSp>
        <p:grpSp>
          <p:nvGrpSpPr>
            <p:cNvPr id="2115" name="Group"/>
            <p:cNvGrpSpPr/>
            <p:nvPr/>
          </p:nvGrpSpPr>
          <p:grpSpPr>
            <a:xfrm>
              <a:off x="2056210" y="1718557"/>
              <a:ext cx="967006" cy="967006"/>
              <a:chOff x="0" y="0"/>
              <a:chExt cx="967004" cy="967004"/>
            </a:xfrm>
          </p:grpSpPr>
          <p:sp>
            <p:nvSpPr>
              <p:cNvPr id="2113" name="100"/>
              <p:cNvSpPr txBox="1"/>
              <p:nvPr/>
            </p:nvSpPr>
            <p:spPr>
              <a:xfrm>
                <a:off x="125617" y="209568"/>
                <a:ext cx="749809" cy="548133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3000"/>
                </a:lvl1pPr>
              </a:lstStyle>
              <a:p>
                <a:r>
                  <a:rPr dirty="0"/>
                  <a:t>100</a:t>
                </a:r>
              </a:p>
            </p:txBody>
          </p:sp>
          <p:sp>
            <p:nvSpPr>
              <p:cNvPr id="2114" name="Circle"/>
              <p:cNvSpPr/>
              <p:nvPr/>
            </p:nvSpPr>
            <p:spPr>
              <a:xfrm>
                <a:off x="0" y="0"/>
                <a:ext cx="967005" cy="967005"/>
              </a:xfrm>
              <a:prstGeom prst="ellips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>
                  <a:lnSpc>
                    <a:spcPct val="100000"/>
                  </a:lnSpc>
                  <a:spcBef>
                    <a:spcPts val="0"/>
                  </a:spcBef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/>
              </a:p>
            </p:txBody>
          </p:sp>
        </p:grpSp>
      </p:grpSp>
      <p:sp>
        <p:nvSpPr>
          <p:cNvPr id="2" name="def adicionar_no(self, valor):…">
            <a:extLst>
              <a:ext uri="{FF2B5EF4-FFF2-40B4-BE49-F238E27FC236}">
                <a16:creationId xmlns:a16="http://schemas.microsoft.com/office/drawing/2014/main" id="{93951DAD-A168-327E-F5F7-0440F54880E2}"/>
              </a:ext>
            </a:extLst>
          </p:cNvPr>
          <p:cNvSpPr txBox="1"/>
          <p:nvPr/>
        </p:nvSpPr>
        <p:spPr>
          <a:xfrm>
            <a:off x="12817537" y="5536087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 err="1"/>
              <a:t>adicionar_no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>
                <a:solidFill>
                  <a:srgbClr val="0033B3"/>
                </a:solidFill>
              </a:rPr>
              <a:t>if 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/>
              <a:t>.vazia</a:t>
            </a:r>
            <a:r>
              <a:rPr dirty="0"/>
              <a:t>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    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>
                <a:solidFill>
                  <a:srgbClr val="080808"/>
                </a:solidFill>
              </a:rPr>
              <a:t>.raiz</a:t>
            </a:r>
            <a:r>
              <a:rPr dirty="0">
                <a:solidFill>
                  <a:srgbClr val="080808"/>
                </a:solidFill>
              </a:rPr>
              <a:t> = </a:t>
            </a:r>
            <a:r>
              <a:rPr i="1" dirty="0">
                <a:solidFill>
                  <a:srgbClr val="000000"/>
                </a:solidFill>
              </a:rPr>
              <a:t>No(valor)</a:t>
            </a:r>
            <a:endParaRPr i="1"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 dirty="0"/>
              <a:t>    </a:t>
            </a:r>
            <a:r>
              <a:rPr dirty="0">
                <a:solidFill>
                  <a:srgbClr val="0033B3"/>
                </a:solidFill>
              </a:rPr>
              <a:t>else</a:t>
            </a:r>
            <a:r>
              <a:rPr dirty="0"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    </a:t>
            </a:r>
            <a:r>
              <a:rPr dirty="0">
                <a:solidFill>
                  <a:srgbClr val="011480"/>
                </a:solidFill>
              </a:rPr>
              <a:t>print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/>
              <a:t>f"----- </a:t>
            </a:r>
            <a:r>
              <a:rPr dirty="0" err="1"/>
              <a:t>Adicionando</a:t>
            </a:r>
            <a:r>
              <a:rPr dirty="0"/>
              <a:t> </a:t>
            </a:r>
            <a:r>
              <a:rPr dirty="0" err="1"/>
              <a:t>Nó</a:t>
            </a:r>
            <a:r>
              <a:rPr dirty="0"/>
              <a:t> Folha: </a:t>
            </a:r>
            <a:r>
              <a:rPr dirty="0">
                <a:solidFill>
                  <a:srgbClr val="0137A6"/>
                </a:solidFill>
              </a:rPr>
              <a:t>{</a:t>
            </a:r>
            <a:r>
              <a:rPr dirty="0">
                <a:solidFill>
                  <a:srgbClr val="080808"/>
                </a:solidFill>
              </a:rPr>
              <a:t>valor</a:t>
            </a:r>
            <a:r>
              <a:rPr dirty="0">
                <a:solidFill>
                  <a:srgbClr val="0137A6"/>
                </a:solidFill>
              </a:rPr>
              <a:t>}</a:t>
            </a:r>
            <a:r>
              <a:rPr dirty="0"/>
              <a:t> ------"</a:t>
            </a:r>
            <a:r>
              <a:rPr dirty="0"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/>
              <a:t>.raiz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adicionar_no_folha</a:t>
            </a:r>
            <a:r>
              <a:rPr dirty="0"/>
              <a:t>(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/>
              <a:t>.raiz</a:t>
            </a:r>
            <a:r>
              <a:rPr dirty="0"/>
              <a:t>, valor)</a:t>
            </a:r>
          </a:p>
        </p:txBody>
      </p:sp>
      <p:sp>
        <p:nvSpPr>
          <p:cNvPr id="3" name="def _adicionar_no_folha(self, no_atual, valor):…">
            <a:extLst>
              <a:ext uri="{FF2B5EF4-FFF2-40B4-BE49-F238E27FC236}">
                <a16:creationId xmlns:a16="http://schemas.microsoft.com/office/drawing/2014/main" id="{098D605A-11D4-08E2-39AD-BB208EFCBC67}"/>
              </a:ext>
            </a:extLst>
          </p:cNvPr>
          <p:cNvSpPr txBox="1"/>
          <p:nvPr/>
        </p:nvSpPr>
        <p:spPr>
          <a:xfrm>
            <a:off x="11027780" y="9422409"/>
            <a:ext cx="13356220" cy="32419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>
                <a:solidFill>
                  <a:srgbClr val="00627A"/>
                </a:solidFill>
              </a:rPr>
              <a:t>_</a:t>
            </a:r>
            <a:r>
              <a:rPr dirty="0" err="1">
                <a:solidFill>
                  <a:srgbClr val="00627A"/>
                </a:solidFill>
              </a:rPr>
              <a:t>adicionar_no_folha</a:t>
            </a:r>
            <a:r>
              <a:rPr dirty="0"/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, </a:t>
            </a:r>
            <a:r>
              <a:rPr dirty="0" err="1"/>
              <a:t>no_atual</a:t>
            </a:r>
            <a:r>
              <a:rPr dirty="0"/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</a:t>
            </a:r>
            <a:r>
              <a:rPr dirty="0">
                <a:solidFill>
                  <a:srgbClr val="0033B3"/>
                </a:solidFill>
              </a:rPr>
              <a:t>if not </a:t>
            </a:r>
            <a:r>
              <a:rPr dirty="0" err="1"/>
              <a:t>no_atual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>
                <a:solidFill>
                  <a:srgbClr val="000000"/>
                </a:solidFill>
              </a:rPr>
              <a:t>No(valor)</a:t>
            </a:r>
            <a:endParaRPr i="1"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 dirty="0">
                <a:solidFill>
                  <a:srgbClr val="8C8C8C"/>
                </a:solidFill>
              </a:rPr>
              <a:t>    </a:t>
            </a:r>
            <a:r>
              <a:rPr dirty="0" err="1">
                <a:solidFill>
                  <a:srgbClr val="0033B3"/>
                </a:solidFill>
              </a:rPr>
              <a:t>elif</a:t>
            </a:r>
            <a:r>
              <a:rPr dirty="0">
                <a:solidFill>
                  <a:srgbClr val="0033B3"/>
                </a:solidFill>
              </a:rPr>
              <a:t> </a:t>
            </a:r>
            <a:r>
              <a:rPr dirty="0"/>
              <a:t>valor &lt; </a:t>
            </a:r>
            <a:r>
              <a:rPr dirty="0" err="1"/>
              <a:t>no_atual.valor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 err="1"/>
              <a:t>no_atual.esquerda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adicionar_no_folha</a:t>
            </a:r>
            <a:r>
              <a:rPr dirty="0"/>
              <a:t>(</a:t>
            </a:r>
            <a:r>
              <a:rPr dirty="0" err="1"/>
              <a:t>no_atual.esquerda</a:t>
            </a:r>
            <a:r>
              <a:rPr dirty="0"/>
              <a:t>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>
                <a:solidFill>
                  <a:srgbClr val="0033B3"/>
                </a:solidFill>
              </a:rPr>
              <a:t>else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 err="1"/>
              <a:t>no_atual.direita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adicionar_no_folha</a:t>
            </a:r>
            <a:r>
              <a:rPr dirty="0"/>
              <a:t>(</a:t>
            </a:r>
            <a:r>
              <a:rPr dirty="0" err="1"/>
              <a:t>no_atual.direita</a:t>
            </a:r>
            <a:r>
              <a:rPr dirty="0"/>
              <a:t>, valor)</a:t>
            </a:r>
          </a:p>
        </p:txBody>
      </p:sp>
      <p:grpSp>
        <p:nvGrpSpPr>
          <p:cNvPr id="63" name="Group">
            <a:extLst>
              <a:ext uri="{FF2B5EF4-FFF2-40B4-BE49-F238E27FC236}">
                <a16:creationId xmlns:a16="http://schemas.microsoft.com/office/drawing/2014/main" id="{4ECBBCB5-8629-4EAB-B276-C12FA264C276}"/>
              </a:ext>
            </a:extLst>
          </p:cNvPr>
          <p:cNvGrpSpPr/>
          <p:nvPr/>
        </p:nvGrpSpPr>
        <p:grpSpPr>
          <a:xfrm>
            <a:off x="1016871" y="8321748"/>
            <a:ext cx="4237787" cy="1723228"/>
            <a:chOff x="0" y="-1"/>
            <a:chExt cx="4237785" cy="1723226"/>
          </a:xfrm>
        </p:grpSpPr>
        <p:sp>
          <p:nvSpPr>
            <p:cNvPr id="64" name="None">
              <a:extLst>
                <a:ext uri="{FF2B5EF4-FFF2-40B4-BE49-F238E27FC236}">
                  <a16:creationId xmlns:a16="http://schemas.microsoft.com/office/drawing/2014/main" id="{E0735093-1F1A-4F66-A3C6-6EA644A30D86}"/>
                </a:ext>
              </a:extLst>
            </p:cNvPr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65" name="20">
              <a:extLst>
                <a:ext uri="{FF2B5EF4-FFF2-40B4-BE49-F238E27FC236}">
                  <a16:creationId xmlns:a16="http://schemas.microsoft.com/office/drawing/2014/main" id="{F082B54D-87B6-4AAB-B8B8-D1291A84AC66}"/>
                </a:ext>
              </a:extLst>
            </p:cNvPr>
            <p:cNvSpPr txBox="1"/>
            <p:nvPr/>
          </p:nvSpPr>
          <p:spPr>
            <a:xfrm>
              <a:off x="1353866" y="593741"/>
              <a:ext cx="503343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8</a:t>
              </a:r>
              <a:r>
                <a:rPr dirty="0"/>
                <a:t>0</a:t>
              </a:r>
            </a:p>
          </p:txBody>
        </p:sp>
        <p:sp>
          <p:nvSpPr>
            <p:cNvPr id="66" name="esquerda">
              <a:extLst>
                <a:ext uri="{FF2B5EF4-FFF2-40B4-BE49-F238E27FC236}">
                  <a16:creationId xmlns:a16="http://schemas.microsoft.com/office/drawing/2014/main" id="{CF0610EE-38C8-4B05-A2AA-0908E0F7D461}"/>
                </a:ext>
              </a:extLst>
            </p:cNvPr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67" name="valor">
              <a:extLst>
                <a:ext uri="{FF2B5EF4-FFF2-40B4-BE49-F238E27FC236}">
                  <a16:creationId xmlns:a16="http://schemas.microsoft.com/office/drawing/2014/main" id="{DF6E8F11-1A7A-41AF-9BA3-667B689CDAAB}"/>
                </a:ext>
              </a:extLst>
            </p:cNvPr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68" name="direita">
              <a:extLst>
                <a:ext uri="{FF2B5EF4-FFF2-40B4-BE49-F238E27FC236}">
                  <a16:creationId xmlns:a16="http://schemas.microsoft.com/office/drawing/2014/main" id="{D6623BC9-2BEF-40FA-8922-EF11E132F8E1}"/>
                </a:ext>
              </a:extLst>
            </p:cNvPr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69" name="Altura">
              <a:extLst>
                <a:ext uri="{FF2B5EF4-FFF2-40B4-BE49-F238E27FC236}">
                  <a16:creationId xmlns:a16="http://schemas.microsoft.com/office/drawing/2014/main" id="{6E0842B8-765F-4680-B5BE-D7F4963F406B}"/>
                </a:ext>
              </a:extLst>
            </p:cNvPr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70" name="Rectangle Rectangle" descr="Rectangle Rectangle">
              <a:extLst>
                <a:ext uri="{FF2B5EF4-FFF2-40B4-BE49-F238E27FC236}">
                  <a16:creationId xmlns:a16="http://schemas.microsoft.com/office/drawing/2014/main" id="{9D0B7304-2B73-468F-BF82-C3FEDE80AF40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71" name="Rectangle Rectangle" descr="Rectangle Rectangle">
              <a:extLst>
                <a:ext uri="{FF2B5EF4-FFF2-40B4-BE49-F238E27FC236}">
                  <a16:creationId xmlns:a16="http://schemas.microsoft.com/office/drawing/2014/main" id="{AD87893E-B31B-4376-B4C1-BD78C89E9C79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7506" y="433011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72" name="end.: fa55">
              <a:extLst>
                <a:ext uri="{FF2B5EF4-FFF2-40B4-BE49-F238E27FC236}">
                  <a16:creationId xmlns:a16="http://schemas.microsoft.com/office/drawing/2014/main" id="{9BA7C670-A181-45BA-B5B7-34D134B8F9AA}"/>
                </a:ext>
              </a:extLst>
            </p:cNvPr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73" name="None">
              <a:extLst>
                <a:ext uri="{FF2B5EF4-FFF2-40B4-BE49-F238E27FC236}">
                  <a16:creationId xmlns:a16="http://schemas.microsoft.com/office/drawing/2014/main" id="{F354D9EE-B1B1-4A90-AFF6-0AB293C892FC}"/>
                </a:ext>
              </a:extLst>
            </p:cNvPr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74" name="1">
              <a:extLst>
                <a:ext uri="{FF2B5EF4-FFF2-40B4-BE49-F238E27FC236}">
                  <a16:creationId xmlns:a16="http://schemas.microsoft.com/office/drawing/2014/main" id="{25115FA9-FF07-4B84-82A3-2AD647463CAC}"/>
                </a:ext>
              </a:extLst>
            </p:cNvPr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75" name="Rectangle Rectangle" descr="Rectangle Rectangle">
              <a:extLst>
                <a:ext uri="{FF2B5EF4-FFF2-40B4-BE49-F238E27FC236}">
                  <a16:creationId xmlns:a16="http://schemas.microsoft.com/office/drawing/2014/main" id="{F63C3C54-C650-45BA-98C3-1344D6A8A848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76" name="Rectangle Rectangle" descr="Rectangle Rectangle">
              <a:extLst>
                <a:ext uri="{FF2B5EF4-FFF2-40B4-BE49-F238E27FC236}">
                  <a16:creationId xmlns:a16="http://schemas.microsoft.com/office/drawing/2014/main" id="{26CF4D83-3653-4199-97A9-249B38F8C24D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9FC41EFD-3645-4BE8-9E8A-24F1A172BD56}"/>
              </a:ext>
            </a:extLst>
          </p:cNvPr>
          <p:cNvSpPr txBox="1"/>
          <p:nvPr/>
        </p:nvSpPr>
        <p:spPr>
          <a:xfrm>
            <a:off x="6815011" y="6030259"/>
            <a:ext cx="846768" cy="90127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pt-BR" sz="16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t>Fa55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515CCE6-2D72-41C0-B14E-D5E81D6F8EBB}"/>
              </a:ext>
            </a:extLst>
          </p:cNvPr>
          <p:cNvSpPr/>
          <p:nvPr/>
        </p:nvSpPr>
        <p:spPr>
          <a:xfrm>
            <a:off x="10684224" y="6349912"/>
            <a:ext cx="612668" cy="2862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>
                <a:solidFill>
                  <a:schemeClr val="tx1"/>
                </a:solidFill>
                <a:latin typeface="+mj-lt"/>
              </a:rPr>
              <a:t>A310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2801250-5ED7-4048-A999-C13CB8AB0075}"/>
              </a:ext>
            </a:extLst>
          </p:cNvPr>
          <p:cNvSpPr/>
          <p:nvPr/>
        </p:nvSpPr>
        <p:spPr>
          <a:xfrm>
            <a:off x="9783448" y="4248274"/>
            <a:ext cx="633507" cy="3139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600" b="1" dirty="0">
                <a:solidFill>
                  <a:schemeClr val="tx1"/>
                </a:solidFill>
                <a:latin typeface="Consolas" panose="020B0609020204030204" pitchFamily="49" charset="0"/>
              </a:rPr>
              <a:t>e070</a:t>
            </a:r>
          </a:p>
        </p:txBody>
      </p:sp>
      <p:sp>
        <p:nvSpPr>
          <p:cNvPr id="80" name="Circle">
            <a:extLst>
              <a:ext uri="{FF2B5EF4-FFF2-40B4-BE49-F238E27FC236}">
                <a16:creationId xmlns:a16="http://schemas.microsoft.com/office/drawing/2014/main" id="{5D56C59F-926B-4BFC-9C05-AD2E68794FBC}"/>
              </a:ext>
            </a:extLst>
          </p:cNvPr>
          <p:cNvSpPr/>
          <p:nvPr/>
        </p:nvSpPr>
        <p:spPr>
          <a:xfrm>
            <a:off x="8767183" y="7566105"/>
            <a:ext cx="967008" cy="967008"/>
          </a:xfrm>
          <a:prstGeom prst="ellips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81" name="100">
            <a:extLst>
              <a:ext uri="{FF2B5EF4-FFF2-40B4-BE49-F238E27FC236}">
                <a16:creationId xmlns:a16="http://schemas.microsoft.com/office/drawing/2014/main" id="{65BD8A24-80CC-446B-815C-824FC5DB3CEF}"/>
              </a:ext>
            </a:extLst>
          </p:cNvPr>
          <p:cNvSpPr txBox="1"/>
          <p:nvPr/>
        </p:nvSpPr>
        <p:spPr>
          <a:xfrm>
            <a:off x="8973851" y="7911144"/>
            <a:ext cx="528991" cy="5180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dirty="0"/>
              <a:t>80</a:t>
            </a:r>
            <a:endParaRPr dirty="0"/>
          </a:p>
        </p:txBody>
      </p:sp>
      <p:sp>
        <p:nvSpPr>
          <p:cNvPr id="82" name="100">
            <a:extLst>
              <a:ext uri="{FF2B5EF4-FFF2-40B4-BE49-F238E27FC236}">
                <a16:creationId xmlns:a16="http://schemas.microsoft.com/office/drawing/2014/main" id="{4CD27095-7C63-4B0F-A6C2-3B5ABA17CD35}"/>
              </a:ext>
            </a:extLst>
          </p:cNvPr>
          <p:cNvSpPr txBox="1"/>
          <p:nvPr/>
        </p:nvSpPr>
        <p:spPr>
          <a:xfrm flipH="1">
            <a:off x="8551550" y="8481231"/>
            <a:ext cx="1109437" cy="12890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sz="1400" b="1" dirty="0"/>
              <a:t>B6F0</a:t>
            </a:r>
          </a:p>
          <a:p>
            <a:endParaRPr dirty="0"/>
          </a:p>
        </p:txBody>
      </p:sp>
      <p:pic>
        <p:nvPicPr>
          <p:cNvPr id="83" name="Line Line" descr="Line Line">
            <a:extLst>
              <a:ext uri="{FF2B5EF4-FFF2-40B4-BE49-F238E27FC236}">
                <a16:creationId xmlns:a16="http://schemas.microsoft.com/office/drawing/2014/main" id="{02570A43-8449-41FA-BCE7-901EC6DF0374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7714573">
            <a:off x="9099075" y="7089262"/>
            <a:ext cx="1208158" cy="76201"/>
          </a:xfrm>
          <a:prstGeom prst="rect">
            <a:avLst/>
          </a:prstGeom>
          <a:effectLst/>
        </p:spPr>
      </p:pic>
      <p:sp>
        <p:nvSpPr>
          <p:cNvPr id="84" name="def _balanceamento(self, no):…">
            <a:extLst>
              <a:ext uri="{FF2B5EF4-FFF2-40B4-BE49-F238E27FC236}">
                <a16:creationId xmlns:a16="http://schemas.microsoft.com/office/drawing/2014/main" id="{8974A255-78ED-4886-A30F-FACF80DFB808}"/>
              </a:ext>
            </a:extLst>
          </p:cNvPr>
          <p:cNvSpPr txBox="1"/>
          <p:nvPr/>
        </p:nvSpPr>
        <p:spPr>
          <a:xfrm>
            <a:off x="12192000" y="703323"/>
            <a:ext cx="10677340" cy="142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/>
              <a:t>_</a:t>
            </a:r>
            <a:r>
              <a:rPr dirty="0" err="1"/>
              <a:t>balanceamento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</a:t>
            </a:r>
            <a:r>
              <a:rPr dirty="0"/>
              <a:t>if not </a:t>
            </a:r>
            <a:r>
              <a:rPr dirty="0"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1750EB"/>
                </a:solidFill>
              </a:rPr>
              <a:t>    </a:t>
            </a:r>
            <a:r>
              <a:rPr dirty="0">
                <a:solidFill>
                  <a:schemeClr val="accent1">
                    <a:hueOff val="114395"/>
                    <a:lumOff val="-24975"/>
                  </a:schemeClr>
                </a:solidFill>
              </a:rPr>
              <a:t>return</a:t>
            </a:r>
            <a:r>
              <a:rPr dirty="0"/>
              <a:t>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altura</a:t>
            </a:r>
            <a:r>
              <a:rPr dirty="0"/>
              <a:t>(</a:t>
            </a:r>
            <a:r>
              <a:rPr dirty="0" err="1"/>
              <a:t>no.direita</a:t>
            </a:r>
            <a:r>
              <a:rPr dirty="0"/>
              <a:t>) -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altura</a:t>
            </a:r>
            <a:r>
              <a:rPr dirty="0"/>
              <a:t>(</a:t>
            </a:r>
            <a:r>
              <a:rPr dirty="0" err="1"/>
              <a:t>no.esquerda</a:t>
            </a:r>
            <a:r>
              <a:rPr dirty="0"/>
              <a:t>)</a:t>
            </a:r>
          </a:p>
        </p:txBody>
      </p:sp>
      <p:sp>
        <p:nvSpPr>
          <p:cNvPr id="85" name="def _altura(self, no):…">
            <a:extLst>
              <a:ext uri="{FF2B5EF4-FFF2-40B4-BE49-F238E27FC236}">
                <a16:creationId xmlns:a16="http://schemas.microsoft.com/office/drawing/2014/main" id="{30B74245-3911-42E1-8C70-C11623F728E5}"/>
              </a:ext>
            </a:extLst>
          </p:cNvPr>
          <p:cNvSpPr txBox="1"/>
          <p:nvPr/>
        </p:nvSpPr>
        <p:spPr>
          <a:xfrm>
            <a:off x="13100310" y="3064440"/>
            <a:ext cx="3802982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/>
              <a:t>_</a:t>
            </a:r>
            <a:r>
              <a:rPr dirty="0" err="1"/>
              <a:t>altura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</a:t>
            </a:r>
            <a:r>
              <a:rPr dirty="0"/>
              <a:t>if not </a:t>
            </a:r>
            <a:r>
              <a:rPr dirty="0"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1750EB"/>
                </a:solidFill>
              </a:rPr>
              <a:t>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 err="1"/>
              <a:t>no.altura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61546629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0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0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2500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0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2500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0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800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800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900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900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2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2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0"/>
                            </p:stCondLst>
                            <p:childTnLst>
                              <p:par>
                                <p:cTn id="4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2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2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500"/>
                            </p:stCondLst>
                            <p:childTnLst>
                              <p:par>
                                <p:cTn id="56" presetID="9" presetClass="exit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57" dur="900" fill="hold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400"/>
                            </p:stCondLst>
                            <p:childTnLst>
                              <p:par>
                                <p:cTn id="60" presetID="9" presetClass="exit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1" dur="800" fill="hold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37" grpId="0" animBg="1" advAuto="0"/>
      <p:bldP spid="2073" grpId="0" animBg="1" advAuto="0"/>
      <p:bldP spid="2085" grpId="0" animBg="1" advAuto="0"/>
      <p:bldP spid="2090" grpId="0" animBg="1" advAuto="0"/>
      <p:bldP spid="2094" grpId="0" animBg="1" advAuto="0"/>
      <p:bldP spid="2116" grpId="0" animBg="1" advAuto="0"/>
      <p:bldP spid="3" grpId="0" animBg="1" advAuto="0"/>
      <p:bldP spid="84" grpId="0" animBg="1" advAuto="0"/>
      <p:bldP spid="84" grpId="1" animBg="1" advAuto="0"/>
      <p:bldP spid="85" grpId="0" animBg="1" advAuto="0"/>
      <p:bldP spid="85" grpId="1" animBg="1" advAuto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2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AVL </a:t>
            </a:r>
            <a:r>
              <a:rPr sz="5000" spc="-100" dirty="0"/>
              <a:t>Entrada: 100, 50, 20</a:t>
            </a:r>
            <a:r>
              <a:rPr lang="en-US" sz="5000" spc="-100" dirty="0"/>
              <a:t>, 80,</a:t>
            </a:r>
            <a:r>
              <a:rPr lang="en-US" sz="5000" u="sng" spc="-100" dirty="0"/>
              <a:t> 90</a:t>
            </a:r>
            <a:endParaRPr sz="5000" u="sng" spc="-100" dirty="0"/>
          </a:p>
        </p:txBody>
      </p:sp>
      <p:grpSp>
        <p:nvGrpSpPr>
          <p:cNvPr id="1990" name="Group"/>
          <p:cNvGrpSpPr/>
          <p:nvPr/>
        </p:nvGrpSpPr>
        <p:grpSpPr>
          <a:xfrm>
            <a:off x="988803" y="2474604"/>
            <a:ext cx="4237787" cy="1723228"/>
            <a:chOff x="0" y="-1"/>
            <a:chExt cx="4237785" cy="1723226"/>
          </a:xfrm>
        </p:grpSpPr>
        <p:pic>
          <p:nvPicPr>
            <p:cNvPr id="1988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  <p:sp>
          <p:nvSpPr>
            <p:cNvPr id="1974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975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76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77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78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979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09" y="486673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981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983" name="end.: a310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1984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985" name="1"/>
            <p:cNvSpPr txBox="1"/>
            <p:nvPr/>
          </p:nvSpPr>
          <p:spPr>
            <a:xfrm>
              <a:off x="3394323" y="593741"/>
              <a:ext cx="302968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3</a:t>
              </a:r>
              <a:endParaRPr dirty="0"/>
            </a:p>
          </p:txBody>
        </p:sp>
        <p:pic>
          <p:nvPicPr>
            <p:cNvPr id="1986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</p:grpSp>
      <p:grpSp>
        <p:nvGrpSpPr>
          <p:cNvPr id="2011" name="Group"/>
          <p:cNvGrpSpPr/>
          <p:nvPr/>
        </p:nvGrpSpPr>
        <p:grpSpPr>
          <a:xfrm>
            <a:off x="988803" y="4290625"/>
            <a:ext cx="4265855" cy="1723228"/>
            <a:chOff x="0" y="-1"/>
            <a:chExt cx="4265853" cy="1723226"/>
          </a:xfrm>
        </p:grpSpPr>
        <p:sp>
          <p:nvSpPr>
            <p:cNvPr id="1995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99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9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9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9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2000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5292" y="465467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2002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2004" name="end.: e070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2006" name="1"/>
            <p:cNvSpPr txBox="1"/>
            <p:nvPr/>
          </p:nvSpPr>
          <p:spPr>
            <a:xfrm>
              <a:off x="3394323" y="593741"/>
              <a:ext cx="102657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endParaRPr dirty="0"/>
            </a:p>
          </p:txBody>
        </p:sp>
        <p:pic>
          <p:nvPicPr>
            <p:cNvPr id="2007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17399" y="459724"/>
              <a:ext cx="1200700" cy="736196"/>
            </a:xfrm>
            <a:prstGeom prst="rect">
              <a:avLst/>
            </a:prstGeom>
            <a:effectLst/>
          </p:spPr>
        </p:pic>
        <p:pic>
          <p:nvPicPr>
            <p:cNvPr id="2009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8847" y="448519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2012" name="E070"/>
          <p:cNvSpPr txBox="1"/>
          <p:nvPr/>
        </p:nvSpPr>
        <p:spPr>
          <a:xfrm>
            <a:off x="1169438" y="3087838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18" name="2"/>
          <p:cNvSpPr txBox="1"/>
          <p:nvPr/>
        </p:nvSpPr>
        <p:spPr>
          <a:xfrm>
            <a:off x="4392445" y="307296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grpSp>
        <p:nvGrpSpPr>
          <p:cNvPr id="2036" name="Group"/>
          <p:cNvGrpSpPr/>
          <p:nvPr/>
        </p:nvGrpSpPr>
        <p:grpSpPr>
          <a:xfrm>
            <a:off x="988803" y="6185655"/>
            <a:ext cx="4237787" cy="1723228"/>
            <a:chOff x="0" y="-1"/>
            <a:chExt cx="4237785" cy="1723226"/>
          </a:xfrm>
        </p:grpSpPr>
        <p:sp>
          <p:nvSpPr>
            <p:cNvPr id="2019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20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2021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2022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2023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2024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2025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2027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2029" name="end.: fa55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2030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31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2032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2034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2037" name="Fa55"/>
          <p:cNvSpPr txBox="1"/>
          <p:nvPr/>
        </p:nvSpPr>
        <p:spPr>
          <a:xfrm>
            <a:off x="1084500" y="4867842"/>
            <a:ext cx="110251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rPr dirty="0"/>
              <a:t> Fa55 </a:t>
            </a:r>
          </a:p>
        </p:txBody>
      </p:sp>
      <p:sp>
        <p:nvSpPr>
          <p:cNvPr id="2043" name="3"/>
          <p:cNvSpPr txBox="1"/>
          <p:nvPr/>
        </p:nvSpPr>
        <p:spPr>
          <a:xfrm>
            <a:off x="4392445" y="307296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73" name="A310"/>
          <p:cNvSpPr txBox="1"/>
          <p:nvPr/>
        </p:nvSpPr>
        <p:spPr>
          <a:xfrm>
            <a:off x="3128979" y="4867842"/>
            <a:ext cx="1135584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rPr dirty="0"/>
              <a:t> A310 </a:t>
            </a:r>
          </a:p>
        </p:txBody>
      </p:sp>
      <p:sp>
        <p:nvSpPr>
          <p:cNvPr id="2085" name="None"/>
          <p:cNvSpPr txBox="1"/>
          <p:nvPr/>
        </p:nvSpPr>
        <p:spPr>
          <a:xfrm>
            <a:off x="1134169" y="3079725"/>
            <a:ext cx="1061188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pPr>
            <a:r>
              <a:rPr dirty="0"/>
              <a:t> </a:t>
            </a:r>
            <a:r>
              <a:rPr lang="pt-BR" sz="2800" dirty="0"/>
              <a:t>B6F0</a:t>
            </a:r>
          </a:p>
        </p:txBody>
      </p:sp>
      <p:sp>
        <p:nvSpPr>
          <p:cNvPr id="2090" name="1"/>
          <p:cNvSpPr txBox="1"/>
          <p:nvPr/>
        </p:nvSpPr>
        <p:spPr>
          <a:xfrm>
            <a:off x="4392445" y="316914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94" name="2"/>
          <p:cNvSpPr txBox="1"/>
          <p:nvPr/>
        </p:nvSpPr>
        <p:spPr>
          <a:xfrm flipH="1">
            <a:off x="4459951" y="4900895"/>
            <a:ext cx="429490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rPr lang="pt-BR" dirty="0"/>
              <a:t>3</a:t>
            </a:r>
            <a:endParaRPr dirty="0"/>
          </a:p>
        </p:txBody>
      </p:sp>
      <p:grpSp>
        <p:nvGrpSpPr>
          <p:cNvPr id="2116" name="Group"/>
          <p:cNvGrpSpPr/>
          <p:nvPr/>
        </p:nvGrpSpPr>
        <p:grpSpPr>
          <a:xfrm>
            <a:off x="7677980" y="3983469"/>
            <a:ext cx="3023217" cy="2745006"/>
            <a:chOff x="0" y="0"/>
            <a:chExt cx="3023215" cy="2745004"/>
          </a:xfrm>
        </p:grpSpPr>
        <p:sp>
          <p:nvSpPr>
            <p:cNvPr id="2104" name="50"/>
            <p:cNvSpPr txBox="1"/>
            <p:nvPr/>
          </p:nvSpPr>
          <p:spPr>
            <a:xfrm>
              <a:off x="1230517" y="234969"/>
              <a:ext cx="537973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rPr dirty="0"/>
                <a:t>50</a:t>
              </a:r>
            </a:p>
          </p:txBody>
        </p:sp>
        <p:sp>
          <p:nvSpPr>
            <p:cNvPr id="2105" name="Circle"/>
            <p:cNvSpPr/>
            <p:nvPr/>
          </p:nvSpPr>
          <p:spPr>
            <a:xfrm>
              <a:off x="101600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2106" name="Line Line" descr="Line Lin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3771734">
              <a:off x="1545608" y="1267650"/>
              <a:ext cx="1208157" cy="76201"/>
            </a:xfrm>
            <a:prstGeom prst="rect">
              <a:avLst/>
            </a:prstGeom>
            <a:effectLst/>
          </p:spPr>
        </p:pic>
        <p:grpSp>
          <p:nvGrpSpPr>
            <p:cNvPr id="2112" name="Group"/>
            <p:cNvGrpSpPr/>
            <p:nvPr/>
          </p:nvGrpSpPr>
          <p:grpSpPr>
            <a:xfrm>
              <a:off x="-1" y="851732"/>
              <a:ext cx="1297792" cy="1893273"/>
              <a:chOff x="0" y="-53881"/>
              <a:chExt cx="1297790" cy="1893272"/>
            </a:xfrm>
          </p:grpSpPr>
          <p:sp>
            <p:nvSpPr>
              <p:cNvPr id="2108" name="20"/>
              <p:cNvSpPr txBox="1"/>
              <p:nvPr/>
            </p:nvSpPr>
            <p:spPr>
              <a:xfrm>
                <a:off x="214517" y="1107355"/>
                <a:ext cx="537973" cy="54813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3000"/>
                </a:lvl1pPr>
              </a:lstStyle>
              <a:p>
                <a:r>
                  <a:t>20</a:t>
                </a:r>
              </a:p>
            </p:txBody>
          </p:sp>
          <p:sp>
            <p:nvSpPr>
              <p:cNvPr id="2109" name="Circle"/>
              <p:cNvSpPr/>
              <p:nvPr/>
            </p:nvSpPr>
            <p:spPr>
              <a:xfrm>
                <a:off x="0" y="872386"/>
                <a:ext cx="967005" cy="967006"/>
              </a:xfrm>
              <a:prstGeom prst="ellips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>
                  <a:lnSpc>
                    <a:spcPct val="100000"/>
                  </a:lnSpc>
                  <a:spcBef>
                    <a:spcPts val="0"/>
                  </a:spcBef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/>
              </a:p>
            </p:txBody>
          </p:sp>
          <p:pic>
            <p:nvPicPr>
              <p:cNvPr id="2110" name="Line Line" descr="Line Line"/>
              <p:cNvPicPr>
                <a:picLocks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8100000">
                <a:off x="169412" y="391189"/>
                <a:ext cx="1290415" cy="76201"/>
              </a:xfrm>
              <a:prstGeom prst="rect">
                <a:avLst/>
              </a:prstGeom>
              <a:effectLst/>
            </p:spPr>
          </p:pic>
        </p:grpSp>
        <p:grpSp>
          <p:nvGrpSpPr>
            <p:cNvPr id="2115" name="Group"/>
            <p:cNvGrpSpPr/>
            <p:nvPr/>
          </p:nvGrpSpPr>
          <p:grpSpPr>
            <a:xfrm>
              <a:off x="2056210" y="1718557"/>
              <a:ext cx="967006" cy="967006"/>
              <a:chOff x="0" y="0"/>
              <a:chExt cx="967004" cy="967004"/>
            </a:xfrm>
          </p:grpSpPr>
          <p:sp>
            <p:nvSpPr>
              <p:cNvPr id="2113" name="100"/>
              <p:cNvSpPr txBox="1"/>
              <p:nvPr/>
            </p:nvSpPr>
            <p:spPr>
              <a:xfrm>
                <a:off x="125617" y="209568"/>
                <a:ext cx="749809" cy="548133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3000"/>
                </a:lvl1pPr>
              </a:lstStyle>
              <a:p>
                <a:r>
                  <a:rPr dirty="0"/>
                  <a:t>100</a:t>
                </a:r>
              </a:p>
            </p:txBody>
          </p:sp>
          <p:sp>
            <p:nvSpPr>
              <p:cNvPr id="2114" name="Circle"/>
              <p:cNvSpPr/>
              <p:nvPr/>
            </p:nvSpPr>
            <p:spPr>
              <a:xfrm>
                <a:off x="0" y="0"/>
                <a:ext cx="967005" cy="967005"/>
              </a:xfrm>
              <a:prstGeom prst="ellips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>
                  <a:lnSpc>
                    <a:spcPct val="100000"/>
                  </a:lnSpc>
                  <a:spcBef>
                    <a:spcPts val="0"/>
                  </a:spcBef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/>
              </a:p>
            </p:txBody>
          </p:sp>
        </p:grpSp>
      </p:grpSp>
      <p:sp>
        <p:nvSpPr>
          <p:cNvPr id="2" name="def adicionar_no(self, valor):…">
            <a:extLst>
              <a:ext uri="{FF2B5EF4-FFF2-40B4-BE49-F238E27FC236}">
                <a16:creationId xmlns:a16="http://schemas.microsoft.com/office/drawing/2014/main" id="{93951DAD-A168-327E-F5F7-0440F54880E2}"/>
              </a:ext>
            </a:extLst>
          </p:cNvPr>
          <p:cNvSpPr txBox="1"/>
          <p:nvPr/>
        </p:nvSpPr>
        <p:spPr>
          <a:xfrm>
            <a:off x="12817537" y="5536087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 err="1"/>
              <a:t>adicionar_no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>
                <a:solidFill>
                  <a:srgbClr val="0033B3"/>
                </a:solidFill>
              </a:rPr>
              <a:t>if 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/>
              <a:t>.vazia</a:t>
            </a:r>
            <a:r>
              <a:rPr dirty="0"/>
              <a:t>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    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>
                <a:solidFill>
                  <a:srgbClr val="080808"/>
                </a:solidFill>
              </a:rPr>
              <a:t>.raiz</a:t>
            </a:r>
            <a:r>
              <a:rPr dirty="0">
                <a:solidFill>
                  <a:srgbClr val="080808"/>
                </a:solidFill>
              </a:rPr>
              <a:t> = </a:t>
            </a:r>
            <a:r>
              <a:rPr i="1" dirty="0">
                <a:solidFill>
                  <a:srgbClr val="000000"/>
                </a:solidFill>
              </a:rPr>
              <a:t>No(valor)</a:t>
            </a:r>
            <a:endParaRPr i="1"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 dirty="0"/>
              <a:t>    </a:t>
            </a:r>
            <a:r>
              <a:rPr dirty="0">
                <a:solidFill>
                  <a:srgbClr val="0033B3"/>
                </a:solidFill>
              </a:rPr>
              <a:t>else</a:t>
            </a:r>
            <a:r>
              <a:rPr dirty="0"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    </a:t>
            </a:r>
            <a:r>
              <a:rPr dirty="0">
                <a:solidFill>
                  <a:srgbClr val="011480"/>
                </a:solidFill>
              </a:rPr>
              <a:t>print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/>
              <a:t>f"----- </a:t>
            </a:r>
            <a:r>
              <a:rPr dirty="0" err="1"/>
              <a:t>Adicionando</a:t>
            </a:r>
            <a:r>
              <a:rPr dirty="0"/>
              <a:t> </a:t>
            </a:r>
            <a:r>
              <a:rPr dirty="0" err="1"/>
              <a:t>Nó</a:t>
            </a:r>
            <a:r>
              <a:rPr dirty="0"/>
              <a:t> Folha: </a:t>
            </a:r>
            <a:r>
              <a:rPr dirty="0">
                <a:solidFill>
                  <a:srgbClr val="0137A6"/>
                </a:solidFill>
              </a:rPr>
              <a:t>{</a:t>
            </a:r>
            <a:r>
              <a:rPr dirty="0">
                <a:solidFill>
                  <a:srgbClr val="080808"/>
                </a:solidFill>
              </a:rPr>
              <a:t>valor</a:t>
            </a:r>
            <a:r>
              <a:rPr dirty="0">
                <a:solidFill>
                  <a:srgbClr val="0137A6"/>
                </a:solidFill>
              </a:rPr>
              <a:t>}</a:t>
            </a:r>
            <a:r>
              <a:rPr dirty="0"/>
              <a:t> ------"</a:t>
            </a:r>
            <a:r>
              <a:rPr dirty="0"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/>
              <a:t>.raiz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adicionar_no_folha</a:t>
            </a:r>
            <a:r>
              <a:rPr dirty="0"/>
              <a:t>(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/>
              <a:t>.raiz</a:t>
            </a:r>
            <a:r>
              <a:rPr dirty="0"/>
              <a:t>, valor)</a:t>
            </a:r>
          </a:p>
        </p:txBody>
      </p:sp>
      <p:sp>
        <p:nvSpPr>
          <p:cNvPr id="3" name="def _adicionar_no_folha(self, no_atual, valor):…">
            <a:extLst>
              <a:ext uri="{FF2B5EF4-FFF2-40B4-BE49-F238E27FC236}">
                <a16:creationId xmlns:a16="http://schemas.microsoft.com/office/drawing/2014/main" id="{098D605A-11D4-08E2-39AD-BB208EFCBC67}"/>
              </a:ext>
            </a:extLst>
          </p:cNvPr>
          <p:cNvSpPr txBox="1"/>
          <p:nvPr/>
        </p:nvSpPr>
        <p:spPr>
          <a:xfrm>
            <a:off x="11027780" y="9422409"/>
            <a:ext cx="13356220" cy="32419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>
                <a:solidFill>
                  <a:srgbClr val="00627A"/>
                </a:solidFill>
              </a:rPr>
              <a:t>_</a:t>
            </a:r>
            <a:r>
              <a:rPr dirty="0" err="1">
                <a:solidFill>
                  <a:srgbClr val="00627A"/>
                </a:solidFill>
              </a:rPr>
              <a:t>adicionar_no_folha</a:t>
            </a:r>
            <a:r>
              <a:rPr dirty="0"/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, </a:t>
            </a:r>
            <a:r>
              <a:rPr dirty="0" err="1"/>
              <a:t>no_atual</a:t>
            </a:r>
            <a:r>
              <a:rPr dirty="0"/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</a:t>
            </a:r>
            <a:r>
              <a:rPr dirty="0">
                <a:solidFill>
                  <a:srgbClr val="0033B3"/>
                </a:solidFill>
              </a:rPr>
              <a:t>if not </a:t>
            </a:r>
            <a:r>
              <a:rPr dirty="0" err="1"/>
              <a:t>no_atual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>
                <a:solidFill>
                  <a:srgbClr val="000000"/>
                </a:solidFill>
              </a:rPr>
              <a:t>No(valor)</a:t>
            </a:r>
            <a:endParaRPr i="1"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 dirty="0">
                <a:solidFill>
                  <a:srgbClr val="8C8C8C"/>
                </a:solidFill>
              </a:rPr>
              <a:t>    </a:t>
            </a:r>
            <a:r>
              <a:rPr dirty="0" err="1">
                <a:solidFill>
                  <a:srgbClr val="0033B3"/>
                </a:solidFill>
              </a:rPr>
              <a:t>elif</a:t>
            </a:r>
            <a:r>
              <a:rPr dirty="0">
                <a:solidFill>
                  <a:srgbClr val="0033B3"/>
                </a:solidFill>
              </a:rPr>
              <a:t> </a:t>
            </a:r>
            <a:r>
              <a:rPr dirty="0"/>
              <a:t>valor &lt; </a:t>
            </a:r>
            <a:r>
              <a:rPr dirty="0" err="1"/>
              <a:t>no_atual.valor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 err="1"/>
              <a:t>no_atual.esquerda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adicionar_no_folha</a:t>
            </a:r>
            <a:r>
              <a:rPr dirty="0"/>
              <a:t>(</a:t>
            </a:r>
            <a:r>
              <a:rPr dirty="0" err="1"/>
              <a:t>no_atual.esquerda</a:t>
            </a:r>
            <a:r>
              <a:rPr dirty="0"/>
              <a:t>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>
                <a:solidFill>
                  <a:srgbClr val="0033B3"/>
                </a:solidFill>
              </a:rPr>
              <a:t>else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 err="1"/>
              <a:t>no_atual.direita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adicionar_no_folha</a:t>
            </a:r>
            <a:r>
              <a:rPr dirty="0"/>
              <a:t>(</a:t>
            </a:r>
            <a:r>
              <a:rPr dirty="0" err="1"/>
              <a:t>no_atual.direita</a:t>
            </a:r>
            <a:r>
              <a:rPr dirty="0"/>
              <a:t>, valor)</a:t>
            </a:r>
          </a:p>
        </p:txBody>
      </p:sp>
      <p:grpSp>
        <p:nvGrpSpPr>
          <p:cNvPr id="63" name="Group">
            <a:extLst>
              <a:ext uri="{FF2B5EF4-FFF2-40B4-BE49-F238E27FC236}">
                <a16:creationId xmlns:a16="http://schemas.microsoft.com/office/drawing/2014/main" id="{4ECBBCB5-8629-4EAB-B276-C12FA264C276}"/>
              </a:ext>
            </a:extLst>
          </p:cNvPr>
          <p:cNvGrpSpPr/>
          <p:nvPr/>
        </p:nvGrpSpPr>
        <p:grpSpPr>
          <a:xfrm>
            <a:off x="1016871" y="8321748"/>
            <a:ext cx="4237787" cy="1723228"/>
            <a:chOff x="0" y="-1"/>
            <a:chExt cx="4237785" cy="1723226"/>
          </a:xfrm>
        </p:grpSpPr>
        <p:pic>
          <p:nvPicPr>
            <p:cNvPr id="76" name="Rectangle Rectangle" descr="Rectangle Rectangle">
              <a:extLst>
                <a:ext uri="{FF2B5EF4-FFF2-40B4-BE49-F238E27FC236}">
                  <a16:creationId xmlns:a16="http://schemas.microsoft.com/office/drawing/2014/main" id="{26CF4D83-3653-4199-97A9-249B38F8C24D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  <p:pic>
          <p:nvPicPr>
            <p:cNvPr id="75" name="Rectangle Rectangle" descr="Rectangle Rectangle">
              <a:extLst>
                <a:ext uri="{FF2B5EF4-FFF2-40B4-BE49-F238E27FC236}">
                  <a16:creationId xmlns:a16="http://schemas.microsoft.com/office/drawing/2014/main" id="{F63C3C54-C650-45BA-98C3-1344D6A8A848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sp>
          <p:nvSpPr>
            <p:cNvPr id="64" name="None">
              <a:extLst>
                <a:ext uri="{FF2B5EF4-FFF2-40B4-BE49-F238E27FC236}">
                  <a16:creationId xmlns:a16="http://schemas.microsoft.com/office/drawing/2014/main" id="{E0735093-1F1A-4F66-A3C6-6EA644A30D86}"/>
                </a:ext>
              </a:extLst>
            </p:cNvPr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65" name="20">
              <a:extLst>
                <a:ext uri="{FF2B5EF4-FFF2-40B4-BE49-F238E27FC236}">
                  <a16:creationId xmlns:a16="http://schemas.microsoft.com/office/drawing/2014/main" id="{F082B54D-87B6-4AAB-B8B8-D1291A84AC66}"/>
                </a:ext>
              </a:extLst>
            </p:cNvPr>
            <p:cNvSpPr txBox="1"/>
            <p:nvPr/>
          </p:nvSpPr>
          <p:spPr>
            <a:xfrm>
              <a:off x="1353866" y="593741"/>
              <a:ext cx="503343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8</a:t>
              </a:r>
              <a:r>
                <a:rPr dirty="0"/>
                <a:t>0</a:t>
              </a:r>
            </a:p>
          </p:txBody>
        </p:sp>
        <p:sp>
          <p:nvSpPr>
            <p:cNvPr id="66" name="esquerda">
              <a:extLst>
                <a:ext uri="{FF2B5EF4-FFF2-40B4-BE49-F238E27FC236}">
                  <a16:creationId xmlns:a16="http://schemas.microsoft.com/office/drawing/2014/main" id="{CF0610EE-38C8-4B05-A2AA-0908E0F7D461}"/>
                </a:ext>
              </a:extLst>
            </p:cNvPr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67" name="valor">
              <a:extLst>
                <a:ext uri="{FF2B5EF4-FFF2-40B4-BE49-F238E27FC236}">
                  <a16:creationId xmlns:a16="http://schemas.microsoft.com/office/drawing/2014/main" id="{DF6E8F11-1A7A-41AF-9BA3-667B689CDAAB}"/>
                </a:ext>
              </a:extLst>
            </p:cNvPr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68" name="direita">
              <a:extLst>
                <a:ext uri="{FF2B5EF4-FFF2-40B4-BE49-F238E27FC236}">
                  <a16:creationId xmlns:a16="http://schemas.microsoft.com/office/drawing/2014/main" id="{D6623BC9-2BEF-40FA-8922-EF11E132F8E1}"/>
                </a:ext>
              </a:extLst>
            </p:cNvPr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69" name="Altura">
              <a:extLst>
                <a:ext uri="{FF2B5EF4-FFF2-40B4-BE49-F238E27FC236}">
                  <a16:creationId xmlns:a16="http://schemas.microsoft.com/office/drawing/2014/main" id="{6E0842B8-765F-4680-B5BE-D7F4963F406B}"/>
                </a:ext>
              </a:extLst>
            </p:cNvPr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70" name="Rectangle Rectangle" descr="Rectangle Rectangle">
              <a:extLst>
                <a:ext uri="{FF2B5EF4-FFF2-40B4-BE49-F238E27FC236}">
                  <a16:creationId xmlns:a16="http://schemas.microsoft.com/office/drawing/2014/main" id="{9D0B7304-2B73-468F-BF82-C3FEDE80AF40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71" name="Rectangle Rectangle" descr="Rectangle Rectangle">
              <a:extLst>
                <a:ext uri="{FF2B5EF4-FFF2-40B4-BE49-F238E27FC236}">
                  <a16:creationId xmlns:a16="http://schemas.microsoft.com/office/drawing/2014/main" id="{AD87893E-B31B-4376-B4C1-BD78C89E9C79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7506" y="433011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72" name="end.: fa55">
              <a:extLst>
                <a:ext uri="{FF2B5EF4-FFF2-40B4-BE49-F238E27FC236}">
                  <a16:creationId xmlns:a16="http://schemas.microsoft.com/office/drawing/2014/main" id="{9BA7C670-A181-45BA-B5B7-34D134B8F9AA}"/>
                </a:ext>
              </a:extLst>
            </p:cNvPr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73" name="None">
              <a:extLst>
                <a:ext uri="{FF2B5EF4-FFF2-40B4-BE49-F238E27FC236}">
                  <a16:creationId xmlns:a16="http://schemas.microsoft.com/office/drawing/2014/main" id="{F354D9EE-B1B1-4A90-AFF6-0AB293C892FC}"/>
                </a:ext>
              </a:extLst>
            </p:cNvPr>
            <p:cNvSpPr txBox="1"/>
            <p:nvPr/>
          </p:nvSpPr>
          <p:spPr>
            <a:xfrm>
              <a:off x="2256357" y="559345"/>
              <a:ext cx="891270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B820</a:t>
              </a:r>
              <a:endParaRPr dirty="0"/>
            </a:p>
          </p:txBody>
        </p:sp>
        <p:sp>
          <p:nvSpPr>
            <p:cNvPr id="74" name="1">
              <a:extLst>
                <a:ext uri="{FF2B5EF4-FFF2-40B4-BE49-F238E27FC236}">
                  <a16:creationId xmlns:a16="http://schemas.microsoft.com/office/drawing/2014/main" id="{25115FA9-FF07-4B84-82A3-2AD647463CAC}"/>
                </a:ext>
              </a:extLst>
            </p:cNvPr>
            <p:cNvSpPr txBox="1"/>
            <p:nvPr/>
          </p:nvSpPr>
          <p:spPr>
            <a:xfrm>
              <a:off x="3394323" y="593741"/>
              <a:ext cx="302968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2</a:t>
              </a:r>
              <a:endParaRPr dirty="0"/>
            </a:p>
          </p:txBody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9FC41EFD-3645-4BE8-9E8A-24F1A172BD56}"/>
              </a:ext>
            </a:extLst>
          </p:cNvPr>
          <p:cNvSpPr txBox="1"/>
          <p:nvPr/>
        </p:nvSpPr>
        <p:spPr>
          <a:xfrm>
            <a:off x="6815011" y="6030259"/>
            <a:ext cx="846768" cy="90127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pt-BR" sz="16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t>Fa55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515CCE6-2D72-41C0-B14E-D5E81D6F8EBB}"/>
              </a:ext>
            </a:extLst>
          </p:cNvPr>
          <p:cNvSpPr/>
          <p:nvPr/>
        </p:nvSpPr>
        <p:spPr>
          <a:xfrm>
            <a:off x="10684224" y="6349912"/>
            <a:ext cx="612668" cy="2862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>
                <a:solidFill>
                  <a:schemeClr val="tx1"/>
                </a:solidFill>
                <a:latin typeface="+mj-lt"/>
              </a:rPr>
              <a:t>A310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2801250-5ED7-4048-A999-C13CB8AB0075}"/>
              </a:ext>
            </a:extLst>
          </p:cNvPr>
          <p:cNvSpPr/>
          <p:nvPr/>
        </p:nvSpPr>
        <p:spPr>
          <a:xfrm>
            <a:off x="9783448" y="4248274"/>
            <a:ext cx="633507" cy="3139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600" b="1" dirty="0">
                <a:solidFill>
                  <a:schemeClr val="tx1"/>
                </a:solidFill>
                <a:latin typeface="Consolas" panose="020B0609020204030204" pitchFamily="49" charset="0"/>
              </a:rPr>
              <a:t>e070</a:t>
            </a:r>
          </a:p>
        </p:txBody>
      </p:sp>
      <p:sp>
        <p:nvSpPr>
          <p:cNvPr id="80" name="Circle">
            <a:extLst>
              <a:ext uri="{FF2B5EF4-FFF2-40B4-BE49-F238E27FC236}">
                <a16:creationId xmlns:a16="http://schemas.microsoft.com/office/drawing/2014/main" id="{5D56C59F-926B-4BFC-9C05-AD2E68794FBC}"/>
              </a:ext>
            </a:extLst>
          </p:cNvPr>
          <p:cNvSpPr/>
          <p:nvPr/>
        </p:nvSpPr>
        <p:spPr>
          <a:xfrm>
            <a:off x="8767183" y="7566105"/>
            <a:ext cx="967008" cy="967008"/>
          </a:xfrm>
          <a:prstGeom prst="ellips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81" name="100">
            <a:extLst>
              <a:ext uri="{FF2B5EF4-FFF2-40B4-BE49-F238E27FC236}">
                <a16:creationId xmlns:a16="http://schemas.microsoft.com/office/drawing/2014/main" id="{65BD8A24-80CC-446B-815C-824FC5DB3CEF}"/>
              </a:ext>
            </a:extLst>
          </p:cNvPr>
          <p:cNvSpPr txBox="1"/>
          <p:nvPr/>
        </p:nvSpPr>
        <p:spPr>
          <a:xfrm>
            <a:off x="8973851" y="7911144"/>
            <a:ext cx="528991" cy="5180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dirty="0"/>
              <a:t>80</a:t>
            </a:r>
            <a:endParaRPr dirty="0"/>
          </a:p>
        </p:txBody>
      </p:sp>
      <p:sp>
        <p:nvSpPr>
          <p:cNvPr id="82" name="100">
            <a:extLst>
              <a:ext uri="{FF2B5EF4-FFF2-40B4-BE49-F238E27FC236}">
                <a16:creationId xmlns:a16="http://schemas.microsoft.com/office/drawing/2014/main" id="{4CD27095-7C63-4B0F-A6C2-3B5ABA17CD35}"/>
              </a:ext>
            </a:extLst>
          </p:cNvPr>
          <p:cNvSpPr txBox="1"/>
          <p:nvPr/>
        </p:nvSpPr>
        <p:spPr>
          <a:xfrm flipH="1">
            <a:off x="8551550" y="8481231"/>
            <a:ext cx="1109437" cy="12890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sz="1400" b="1" dirty="0"/>
              <a:t>B6F0</a:t>
            </a:r>
          </a:p>
          <a:p>
            <a:endParaRPr dirty="0"/>
          </a:p>
        </p:txBody>
      </p:sp>
      <p:pic>
        <p:nvPicPr>
          <p:cNvPr id="83" name="Line Line" descr="Line Line">
            <a:extLst>
              <a:ext uri="{FF2B5EF4-FFF2-40B4-BE49-F238E27FC236}">
                <a16:creationId xmlns:a16="http://schemas.microsoft.com/office/drawing/2014/main" id="{02570A43-8449-41FA-BCE7-901EC6DF0374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7714573">
            <a:off x="9099075" y="7089262"/>
            <a:ext cx="1208158" cy="76201"/>
          </a:xfrm>
          <a:prstGeom prst="rect">
            <a:avLst/>
          </a:prstGeom>
          <a:effectLst/>
        </p:spPr>
      </p:pic>
      <p:grpSp>
        <p:nvGrpSpPr>
          <p:cNvPr id="84" name="Group">
            <a:extLst>
              <a:ext uri="{FF2B5EF4-FFF2-40B4-BE49-F238E27FC236}">
                <a16:creationId xmlns:a16="http://schemas.microsoft.com/office/drawing/2014/main" id="{51E0CA49-F2B5-4503-A549-3DA77FF75F4E}"/>
              </a:ext>
            </a:extLst>
          </p:cNvPr>
          <p:cNvGrpSpPr/>
          <p:nvPr/>
        </p:nvGrpSpPr>
        <p:grpSpPr>
          <a:xfrm>
            <a:off x="1048652" y="10217199"/>
            <a:ext cx="4237787" cy="1723228"/>
            <a:chOff x="0" y="-1"/>
            <a:chExt cx="4237785" cy="1723226"/>
          </a:xfrm>
        </p:grpSpPr>
        <p:pic>
          <p:nvPicPr>
            <p:cNvPr id="92" name="Rectangle Rectangle" descr="Rectangle Rectangle">
              <a:extLst>
                <a:ext uri="{FF2B5EF4-FFF2-40B4-BE49-F238E27FC236}">
                  <a16:creationId xmlns:a16="http://schemas.microsoft.com/office/drawing/2014/main" id="{C04B212A-4E45-4003-AEEF-EE11C68E808B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7506" y="433011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85" name="None">
              <a:extLst>
                <a:ext uri="{FF2B5EF4-FFF2-40B4-BE49-F238E27FC236}">
                  <a16:creationId xmlns:a16="http://schemas.microsoft.com/office/drawing/2014/main" id="{1175FA53-709E-4BBC-90FF-EFAEFAFAEFBE}"/>
                </a:ext>
              </a:extLst>
            </p:cNvPr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86" name="20">
              <a:extLst>
                <a:ext uri="{FF2B5EF4-FFF2-40B4-BE49-F238E27FC236}">
                  <a16:creationId xmlns:a16="http://schemas.microsoft.com/office/drawing/2014/main" id="{F11F6458-81D5-4CFF-B4A3-11CD8806AA75}"/>
                </a:ext>
              </a:extLst>
            </p:cNvPr>
            <p:cNvSpPr txBox="1"/>
            <p:nvPr/>
          </p:nvSpPr>
          <p:spPr>
            <a:xfrm>
              <a:off x="1353866" y="593741"/>
              <a:ext cx="503343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9</a:t>
              </a:r>
              <a:r>
                <a:rPr dirty="0"/>
                <a:t>0</a:t>
              </a:r>
            </a:p>
          </p:txBody>
        </p:sp>
        <p:sp>
          <p:nvSpPr>
            <p:cNvPr id="87" name="esquerda">
              <a:extLst>
                <a:ext uri="{FF2B5EF4-FFF2-40B4-BE49-F238E27FC236}">
                  <a16:creationId xmlns:a16="http://schemas.microsoft.com/office/drawing/2014/main" id="{5D92BA2C-FD68-4044-996D-392C07596608}"/>
                </a:ext>
              </a:extLst>
            </p:cNvPr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88" name="valor">
              <a:extLst>
                <a:ext uri="{FF2B5EF4-FFF2-40B4-BE49-F238E27FC236}">
                  <a16:creationId xmlns:a16="http://schemas.microsoft.com/office/drawing/2014/main" id="{B82EC5D2-4C1D-41A8-853B-766EBB8AAD74}"/>
                </a:ext>
              </a:extLst>
            </p:cNvPr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89" name="direita">
              <a:extLst>
                <a:ext uri="{FF2B5EF4-FFF2-40B4-BE49-F238E27FC236}">
                  <a16:creationId xmlns:a16="http://schemas.microsoft.com/office/drawing/2014/main" id="{B72A4BF5-7E33-4C24-9EFE-AD66C9EFDC37}"/>
                </a:ext>
              </a:extLst>
            </p:cNvPr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90" name="Altura">
              <a:extLst>
                <a:ext uri="{FF2B5EF4-FFF2-40B4-BE49-F238E27FC236}">
                  <a16:creationId xmlns:a16="http://schemas.microsoft.com/office/drawing/2014/main" id="{4D8E222E-7223-4565-B9F7-E1A61A883B51}"/>
                </a:ext>
              </a:extLst>
            </p:cNvPr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91" name="Rectangle Rectangle" descr="Rectangle Rectangle">
              <a:extLst>
                <a:ext uri="{FF2B5EF4-FFF2-40B4-BE49-F238E27FC236}">
                  <a16:creationId xmlns:a16="http://schemas.microsoft.com/office/drawing/2014/main" id="{051CECF2-D911-40EA-B94D-6081F8164933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sp>
          <p:nvSpPr>
            <p:cNvPr id="93" name="end.: fa55">
              <a:extLst>
                <a:ext uri="{FF2B5EF4-FFF2-40B4-BE49-F238E27FC236}">
                  <a16:creationId xmlns:a16="http://schemas.microsoft.com/office/drawing/2014/main" id="{1E81D892-7261-45EC-BA3A-7580EA8BA699}"/>
                </a:ext>
              </a:extLst>
            </p:cNvPr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94" name="None">
              <a:extLst>
                <a:ext uri="{FF2B5EF4-FFF2-40B4-BE49-F238E27FC236}">
                  <a16:creationId xmlns:a16="http://schemas.microsoft.com/office/drawing/2014/main" id="{A5059722-00B2-4961-A512-7EAD0D17CEAB}"/>
                </a:ext>
              </a:extLst>
            </p:cNvPr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95" name="1">
              <a:extLst>
                <a:ext uri="{FF2B5EF4-FFF2-40B4-BE49-F238E27FC236}">
                  <a16:creationId xmlns:a16="http://schemas.microsoft.com/office/drawing/2014/main" id="{92CB6952-C126-4789-AE1C-D62682207446}"/>
                </a:ext>
              </a:extLst>
            </p:cNvPr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96" name="Rectangle Rectangle" descr="Rectangle Rectangle">
              <a:extLst>
                <a:ext uri="{FF2B5EF4-FFF2-40B4-BE49-F238E27FC236}">
                  <a16:creationId xmlns:a16="http://schemas.microsoft.com/office/drawing/2014/main" id="{CE4C87F2-0DB5-481E-BD58-D4AB58C7BA15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97" name="Rectangle Rectangle" descr="Rectangle Rectangle">
              <a:extLst>
                <a:ext uri="{FF2B5EF4-FFF2-40B4-BE49-F238E27FC236}">
                  <a16:creationId xmlns:a16="http://schemas.microsoft.com/office/drawing/2014/main" id="{EA6C9807-3869-454F-A0BF-E2D6EF272463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00" name="Circle">
            <a:extLst>
              <a:ext uri="{FF2B5EF4-FFF2-40B4-BE49-F238E27FC236}">
                <a16:creationId xmlns:a16="http://schemas.microsoft.com/office/drawing/2014/main" id="{15DA2475-8C36-4194-B84A-B6AA098443EA}"/>
              </a:ext>
            </a:extLst>
          </p:cNvPr>
          <p:cNvSpPr/>
          <p:nvPr/>
        </p:nvSpPr>
        <p:spPr>
          <a:xfrm>
            <a:off x="9693174" y="9352859"/>
            <a:ext cx="967008" cy="967008"/>
          </a:xfrm>
          <a:prstGeom prst="ellips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101" name="100">
            <a:extLst>
              <a:ext uri="{FF2B5EF4-FFF2-40B4-BE49-F238E27FC236}">
                <a16:creationId xmlns:a16="http://schemas.microsoft.com/office/drawing/2014/main" id="{8BCF8DF5-1704-407A-9D66-815A1A4A3B88}"/>
              </a:ext>
            </a:extLst>
          </p:cNvPr>
          <p:cNvSpPr txBox="1"/>
          <p:nvPr/>
        </p:nvSpPr>
        <p:spPr>
          <a:xfrm>
            <a:off x="9899842" y="9697898"/>
            <a:ext cx="528991" cy="5180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dirty="0"/>
              <a:t>90</a:t>
            </a:r>
            <a:endParaRPr dirty="0"/>
          </a:p>
        </p:txBody>
      </p:sp>
      <p:pic>
        <p:nvPicPr>
          <p:cNvPr id="102" name="Line Line" descr="Line Line">
            <a:extLst>
              <a:ext uri="{FF2B5EF4-FFF2-40B4-BE49-F238E27FC236}">
                <a16:creationId xmlns:a16="http://schemas.microsoft.com/office/drawing/2014/main" id="{A8775BBB-F031-4BF0-A9BE-15E86AD52259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3771734">
            <a:off x="9215305" y="8903894"/>
            <a:ext cx="1208158" cy="76201"/>
          </a:xfrm>
          <a:prstGeom prst="rect">
            <a:avLst/>
          </a:prstGeom>
          <a:effectLst/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C6F005C1-DC18-4F45-B44D-7D548014603E}"/>
              </a:ext>
            </a:extLst>
          </p:cNvPr>
          <p:cNvSpPr/>
          <p:nvPr/>
        </p:nvSpPr>
        <p:spPr>
          <a:xfrm>
            <a:off x="9478451" y="10417912"/>
            <a:ext cx="582211" cy="2862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>
                <a:solidFill>
                  <a:schemeClr val="tx1"/>
                </a:solidFill>
                <a:latin typeface="Consolas" panose="020B0609020204030204" pitchFamily="49" charset="0"/>
              </a:rPr>
              <a:t>B820</a:t>
            </a:r>
          </a:p>
        </p:txBody>
      </p:sp>
      <p:sp>
        <p:nvSpPr>
          <p:cNvPr id="105" name="def _balanceamento(self, no):…">
            <a:extLst>
              <a:ext uri="{FF2B5EF4-FFF2-40B4-BE49-F238E27FC236}">
                <a16:creationId xmlns:a16="http://schemas.microsoft.com/office/drawing/2014/main" id="{C93950AC-D1E0-45B2-BEA7-1854CFA5EC54}"/>
              </a:ext>
            </a:extLst>
          </p:cNvPr>
          <p:cNvSpPr txBox="1"/>
          <p:nvPr/>
        </p:nvSpPr>
        <p:spPr>
          <a:xfrm>
            <a:off x="12192000" y="703323"/>
            <a:ext cx="10677340" cy="142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/>
              <a:t>_</a:t>
            </a:r>
            <a:r>
              <a:rPr dirty="0" err="1"/>
              <a:t>balanceamento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</a:t>
            </a:r>
            <a:r>
              <a:rPr dirty="0"/>
              <a:t>if not </a:t>
            </a:r>
            <a:r>
              <a:rPr dirty="0"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1750EB"/>
                </a:solidFill>
              </a:rPr>
              <a:t>    </a:t>
            </a:r>
            <a:r>
              <a:rPr dirty="0">
                <a:solidFill>
                  <a:schemeClr val="accent1">
                    <a:hueOff val="114395"/>
                    <a:lumOff val="-24975"/>
                  </a:schemeClr>
                </a:solidFill>
              </a:rPr>
              <a:t>return</a:t>
            </a:r>
            <a:r>
              <a:rPr dirty="0"/>
              <a:t>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altura</a:t>
            </a:r>
            <a:r>
              <a:rPr dirty="0"/>
              <a:t>(</a:t>
            </a:r>
            <a:r>
              <a:rPr dirty="0" err="1"/>
              <a:t>no.direita</a:t>
            </a:r>
            <a:r>
              <a:rPr dirty="0"/>
              <a:t>) -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altura</a:t>
            </a:r>
            <a:r>
              <a:rPr dirty="0"/>
              <a:t>(</a:t>
            </a:r>
            <a:r>
              <a:rPr dirty="0" err="1"/>
              <a:t>no.esquerda</a:t>
            </a:r>
            <a:r>
              <a:rPr dirty="0"/>
              <a:t>)</a:t>
            </a:r>
          </a:p>
        </p:txBody>
      </p:sp>
      <p:sp>
        <p:nvSpPr>
          <p:cNvPr id="112" name="def _altura(self, no):…">
            <a:extLst>
              <a:ext uri="{FF2B5EF4-FFF2-40B4-BE49-F238E27FC236}">
                <a16:creationId xmlns:a16="http://schemas.microsoft.com/office/drawing/2014/main" id="{4652B2FC-E9C0-4D6C-8C95-1C2F9F1CD7B2}"/>
              </a:ext>
            </a:extLst>
          </p:cNvPr>
          <p:cNvSpPr txBox="1"/>
          <p:nvPr/>
        </p:nvSpPr>
        <p:spPr>
          <a:xfrm>
            <a:off x="13100310" y="3064440"/>
            <a:ext cx="3802982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/>
              <a:t>_</a:t>
            </a:r>
            <a:r>
              <a:rPr dirty="0" err="1"/>
              <a:t>altura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</a:t>
            </a:r>
            <a:r>
              <a:rPr dirty="0"/>
              <a:t>if not </a:t>
            </a:r>
            <a:r>
              <a:rPr dirty="0"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1750EB"/>
                </a:solidFill>
              </a:rPr>
              <a:t>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 err="1"/>
              <a:t>no.altura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6618959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0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0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2500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0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2500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0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800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800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900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900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2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2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0"/>
                            </p:stCondLst>
                            <p:childTnLst>
                              <p:par>
                                <p:cTn id="4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2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2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500"/>
                            </p:stCondLst>
                            <p:childTnLst>
                              <p:par>
                                <p:cTn id="56" presetID="9" presetClass="exit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57" dur="900" fill="hold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400"/>
                            </p:stCondLst>
                            <p:childTnLst>
                              <p:par>
                                <p:cTn id="60" presetID="9" presetClass="exit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1" dur="800" fill="hold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37" grpId="0" animBg="1" advAuto="0"/>
      <p:bldP spid="2073" grpId="0" animBg="1" advAuto="0"/>
      <p:bldP spid="2085" grpId="0" animBg="1" advAuto="0"/>
      <p:bldP spid="2090" grpId="0" animBg="1" advAuto="0"/>
      <p:bldP spid="2094" grpId="0" animBg="1" advAuto="0"/>
      <p:bldP spid="2116" grpId="0" animBg="1" advAuto="0"/>
      <p:bldP spid="3" grpId="0" animBg="1" advAuto="0"/>
      <p:bldP spid="105" grpId="0" animBg="1" advAuto="0"/>
      <p:bldP spid="105" grpId="1" animBg="1" advAuto="0"/>
      <p:bldP spid="112" grpId="0" animBg="1" advAuto="0"/>
      <p:bldP spid="112" grpId="1" animBg="1" advAuto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2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AVL </a:t>
            </a:r>
            <a:r>
              <a:rPr sz="5000" spc="-100" dirty="0"/>
              <a:t>Entrada: 100, 50, 20</a:t>
            </a:r>
            <a:r>
              <a:rPr lang="en-US" sz="5000" spc="-100" dirty="0"/>
              <a:t>, 80,</a:t>
            </a:r>
            <a:r>
              <a:rPr lang="en-US" sz="5000" u="sng" spc="-100" dirty="0"/>
              <a:t> 90(</a:t>
            </a:r>
            <a:r>
              <a:rPr lang="en-US" sz="1600" u="sng" spc="-100" dirty="0" err="1"/>
              <a:t>Rotacao</a:t>
            </a:r>
            <a:r>
              <a:rPr lang="en-US" sz="1600" u="sng" spc="-100" dirty="0"/>
              <a:t> – </a:t>
            </a:r>
            <a:r>
              <a:rPr lang="en-US" sz="1600" u="sng" spc="-100" dirty="0" err="1"/>
              <a:t>esq</a:t>
            </a:r>
            <a:r>
              <a:rPr lang="en-US" sz="1600" u="sng" spc="-100" dirty="0"/>
              <a:t> e </a:t>
            </a:r>
            <a:r>
              <a:rPr lang="en-US" sz="1600" u="sng" spc="-100" dirty="0" err="1"/>
              <a:t>dir</a:t>
            </a:r>
            <a:r>
              <a:rPr lang="en-US" sz="5000" u="sng" spc="-100" dirty="0"/>
              <a:t>)</a:t>
            </a:r>
            <a:endParaRPr sz="5000" u="sng" spc="-100" dirty="0"/>
          </a:p>
        </p:txBody>
      </p:sp>
      <p:grpSp>
        <p:nvGrpSpPr>
          <p:cNvPr id="1990" name="Group"/>
          <p:cNvGrpSpPr/>
          <p:nvPr/>
        </p:nvGrpSpPr>
        <p:grpSpPr>
          <a:xfrm>
            <a:off x="988803" y="2474604"/>
            <a:ext cx="4237787" cy="1723228"/>
            <a:chOff x="0" y="-1"/>
            <a:chExt cx="4237785" cy="1723226"/>
          </a:xfrm>
        </p:grpSpPr>
        <p:pic>
          <p:nvPicPr>
            <p:cNvPr id="1988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  <p:sp>
          <p:nvSpPr>
            <p:cNvPr id="1974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975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76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77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78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979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09" y="486673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981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983" name="end.: a310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1984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985" name="1"/>
            <p:cNvSpPr txBox="1"/>
            <p:nvPr/>
          </p:nvSpPr>
          <p:spPr>
            <a:xfrm>
              <a:off x="3394323" y="593741"/>
              <a:ext cx="302968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1</a:t>
              </a:r>
              <a:endParaRPr dirty="0"/>
            </a:p>
          </p:txBody>
        </p:sp>
        <p:pic>
          <p:nvPicPr>
            <p:cNvPr id="1986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</p:grpSp>
      <p:grpSp>
        <p:nvGrpSpPr>
          <p:cNvPr id="2011" name="Group"/>
          <p:cNvGrpSpPr/>
          <p:nvPr/>
        </p:nvGrpSpPr>
        <p:grpSpPr>
          <a:xfrm>
            <a:off x="988803" y="4290625"/>
            <a:ext cx="4265855" cy="1723228"/>
            <a:chOff x="0" y="-1"/>
            <a:chExt cx="4265853" cy="1723226"/>
          </a:xfrm>
        </p:grpSpPr>
        <p:sp>
          <p:nvSpPr>
            <p:cNvPr id="1995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99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9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9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9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2000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5292" y="465467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2002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2004" name="end.: e070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2006" name="1"/>
            <p:cNvSpPr txBox="1"/>
            <p:nvPr/>
          </p:nvSpPr>
          <p:spPr>
            <a:xfrm>
              <a:off x="3394323" y="593741"/>
              <a:ext cx="102657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endParaRPr dirty="0"/>
            </a:p>
          </p:txBody>
        </p:sp>
        <p:pic>
          <p:nvPicPr>
            <p:cNvPr id="2007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17399" y="459724"/>
              <a:ext cx="1200700" cy="736196"/>
            </a:xfrm>
            <a:prstGeom prst="rect">
              <a:avLst/>
            </a:prstGeom>
            <a:effectLst/>
          </p:spPr>
        </p:pic>
        <p:pic>
          <p:nvPicPr>
            <p:cNvPr id="2009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8847" y="448519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2012" name="E070"/>
          <p:cNvSpPr txBox="1"/>
          <p:nvPr/>
        </p:nvSpPr>
        <p:spPr>
          <a:xfrm>
            <a:off x="1169438" y="3087838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18" name="2"/>
          <p:cNvSpPr txBox="1"/>
          <p:nvPr/>
        </p:nvSpPr>
        <p:spPr>
          <a:xfrm>
            <a:off x="4392445" y="307296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grpSp>
        <p:nvGrpSpPr>
          <p:cNvPr id="2036" name="Group"/>
          <p:cNvGrpSpPr/>
          <p:nvPr/>
        </p:nvGrpSpPr>
        <p:grpSpPr>
          <a:xfrm>
            <a:off x="988803" y="6185655"/>
            <a:ext cx="4237787" cy="1723228"/>
            <a:chOff x="0" y="-1"/>
            <a:chExt cx="4237785" cy="1723226"/>
          </a:xfrm>
        </p:grpSpPr>
        <p:sp>
          <p:nvSpPr>
            <p:cNvPr id="2019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20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2021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2022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2023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2024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2025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2027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2029" name="end.: fa55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2030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31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2032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2034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2037" name="Fa55"/>
          <p:cNvSpPr txBox="1"/>
          <p:nvPr/>
        </p:nvSpPr>
        <p:spPr>
          <a:xfrm>
            <a:off x="1084500" y="4867842"/>
            <a:ext cx="110251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rPr dirty="0"/>
              <a:t> Fa55 </a:t>
            </a:r>
          </a:p>
        </p:txBody>
      </p:sp>
      <p:sp>
        <p:nvSpPr>
          <p:cNvPr id="2043" name="3"/>
          <p:cNvSpPr txBox="1"/>
          <p:nvPr/>
        </p:nvSpPr>
        <p:spPr>
          <a:xfrm>
            <a:off x="4392445" y="307296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73" name="A310"/>
          <p:cNvSpPr txBox="1"/>
          <p:nvPr/>
        </p:nvSpPr>
        <p:spPr>
          <a:xfrm>
            <a:off x="3128979" y="4884368"/>
            <a:ext cx="1141338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rPr dirty="0"/>
              <a:t> </a:t>
            </a:r>
            <a:r>
              <a:rPr lang="pt-BR" dirty="0"/>
              <a:t>B820</a:t>
            </a:r>
            <a:r>
              <a:rPr dirty="0"/>
              <a:t> </a:t>
            </a:r>
          </a:p>
        </p:txBody>
      </p:sp>
      <p:sp>
        <p:nvSpPr>
          <p:cNvPr id="2085" name="None"/>
          <p:cNvSpPr txBox="1"/>
          <p:nvPr/>
        </p:nvSpPr>
        <p:spPr>
          <a:xfrm>
            <a:off x="1134169" y="3079724"/>
            <a:ext cx="1062791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pPr>
            <a:r>
              <a:rPr dirty="0"/>
              <a:t> </a:t>
            </a:r>
            <a:r>
              <a:rPr lang="pt-BR" sz="2800" dirty="0" err="1"/>
              <a:t>None</a:t>
            </a:r>
            <a:endParaRPr lang="pt-BR" sz="2800" dirty="0"/>
          </a:p>
        </p:txBody>
      </p:sp>
      <p:sp>
        <p:nvSpPr>
          <p:cNvPr id="2090" name="1"/>
          <p:cNvSpPr txBox="1"/>
          <p:nvPr/>
        </p:nvSpPr>
        <p:spPr>
          <a:xfrm>
            <a:off x="4392445" y="316914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94" name="2"/>
          <p:cNvSpPr txBox="1"/>
          <p:nvPr/>
        </p:nvSpPr>
        <p:spPr>
          <a:xfrm flipH="1">
            <a:off x="4459951" y="4900895"/>
            <a:ext cx="429490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rPr lang="pt-BR" dirty="0"/>
              <a:t>3</a:t>
            </a:r>
            <a:endParaRPr dirty="0"/>
          </a:p>
        </p:txBody>
      </p:sp>
      <p:grpSp>
        <p:nvGrpSpPr>
          <p:cNvPr id="2116" name="Group"/>
          <p:cNvGrpSpPr/>
          <p:nvPr/>
        </p:nvGrpSpPr>
        <p:grpSpPr>
          <a:xfrm>
            <a:off x="7677979" y="3983469"/>
            <a:ext cx="3023220" cy="2745007"/>
            <a:chOff x="-1" y="0"/>
            <a:chExt cx="3023218" cy="2745005"/>
          </a:xfrm>
        </p:grpSpPr>
        <p:sp>
          <p:nvSpPr>
            <p:cNvPr id="2104" name="50"/>
            <p:cNvSpPr txBox="1"/>
            <p:nvPr/>
          </p:nvSpPr>
          <p:spPr>
            <a:xfrm>
              <a:off x="1230517" y="234969"/>
              <a:ext cx="537973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rPr dirty="0"/>
                <a:t>50</a:t>
              </a:r>
            </a:p>
          </p:txBody>
        </p:sp>
        <p:sp>
          <p:nvSpPr>
            <p:cNvPr id="2105" name="Circle"/>
            <p:cNvSpPr/>
            <p:nvPr/>
          </p:nvSpPr>
          <p:spPr>
            <a:xfrm>
              <a:off x="101600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2106" name="Line Line" descr="Line Lin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3771734">
              <a:off x="1545608" y="1267650"/>
              <a:ext cx="1208157" cy="76201"/>
            </a:xfrm>
            <a:prstGeom prst="rect">
              <a:avLst/>
            </a:prstGeom>
            <a:effectLst/>
          </p:spPr>
        </p:pic>
        <p:grpSp>
          <p:nvGrpSpPr>
            <p:cNvPr id="2112" name="Group"/>
            <p:cNvGrpSpPr/>
            <p:nvPr/>
          </p:nvGrpSpPr>
          <p:grpSpPr>
            <a:xfrm>
              <a:off x="-1" y="851732"/>
              <a:ext cx="1297792" cy="1893273"/>
              <a:chOff x="0" y="-53881"/>
              <a:chExt cx="1297790" cy="1893272"/>
            </a:xfrm>
          </p:grpSpPr>
          <p:sp>
            <p:nvSpPr>
              <p:cNvPr id="2108" name="20"/>
              <p:cNvSpPr txBox="1"/>
              <p:nvPr/>
            </p:nvSpPr>
            <p:spPr>
              <a:xfrm>
                <a:off x="214517" y="1107355"/>
                <a:ext cx="537973" cy="54813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3000"/>
                </a:lvl1pPr>
              </a:lstStyle>
              <a:p>
                <a:r>
                  <a:t>20</a:t>
                </a:r>
              </a:p>
            </p:txBody>
          </p:sp>
          <p:sp>
            <p:nvSpPr>
              <p:cNvPr id="2109" name="Circle"/>
              <p:cNvSpPr/>
              <p:nvPr/>
            </p:nvSpPr>
            <p:spPr>
              <a:xfrm>
                <a:off x="0" y="872386"/>
                <a:ext cx="967005" cy="967006"/>
              </a:xfrm>
              <a:prstGeom prst="ellips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>
                  <a:lnSpc>
                    <a:spcPct val="100000"/>
                  </a:lnSpc>
                  <a:spcBef>
                    <a:spcPts val="0"/>
                  </a:spcBef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/>
              </a:p>
            </p:txBody>
          </p:sp>
          <p:pic>
            <p:nvPicPr>
              <p:cNvPr id="2110" name="Line Line" descr="Line Line"/>
              <p:cNvPicPr>
                <a:picLocks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8100000">
                <a:off x="169412" y="391189"/>
                <a:ext cx="1290415" cy="76201"/>
              </a:xfrm>
              <a:prstGeom prst="rect">
                <a:avLst/>
              </a:prstGeom>
              <a:effectLst/>
            </p:spPr>
          </p:pic>
        </p:grpSp>
        <p:grpSp>
          <p:nvGrpSpPr>
            <p:cNvPr id="2115" name="Group"/>
            <p:cNvGrpSpPr/>
            <p:nvPr/>
          </p:nvGrpSpPr>
          <p:grpSpPr>
            <a:xfrm>
              <a:off x="2056210" y="1718557"/>
              <a:ext cx="967007" cy="967007"/>
              <a:chOff x="0" y="0"/>
              <a:chExt cx="967005" cy="967005"/>
            </a:xfrm>
          </p:grpSpPr>
          <p:sp>
            <p:nvSpPr>
              <p:cNvPr id="2113" name="100"/>
              <p:cNvSpPr txBox="1"/>
              <p:nvPr/>
            </p:nvSpPr>
            <p:spPr>
              <a:xfrm>
                <a:off x="125617" y="224590"/>
                <a:ext cx="528989" cy="51808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3000"/>
                </a:lvl1pPr>
              </a:lstStyle>
              <a:p>
                <a:r>
                  <a:rPr lang="pt-BR" dirty="0"/>
                  <a:t>90</a:t>
                </a:r>
                <a:endParaRPr dirty="0"/>
              </a:p>
            </p:txBody>
          </p:sp>
          <p:sp>
            <p:nvSpPr>
              <p:cNvPr id="2114" name="Circle"/>
              <p:cNvSpPr/>
              <p:nvPr/>
            </p:nvSpPr>
            <p:spPr>
              <a:xfrm>
                <a:off x="0" y="0"/>
                <a:ext cx="967005" cy="967005"/>
              </a:xfrm>
              <a:prstGeom prst="ellips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>
                  <a:lnSpc>
                    <a:spcPct val="100000"/>
                  </a:lnSpc>
                  <a:spcBef>
                    <a:spcPts val="0"/>
                  </a:spcBef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/>
              </a:p>
            </p:txBody>
          </p:sp>
        </p:grpSp>
      </p:grpSp>
      <p:grpSp>
        <p:nvGrpSpPr>
          <p:cNvPr id="63" name="Group">
            <a:extLst>
              <a:ext uri="{FF2B5EF4-FFF2-40B4-BE49-F238E27FC236}">
                <a16:creationId xmlns:a16="http://schemas.microsoft.com/office/drawing/2014/main" id="{4ECBBCB5-8629-4EAB-B276-C12FA264C276}"/>
              </a:ext>
            </a:extLst>
          </p:cNvPr>
          <p:cNvGrpSpPr/>
          <p:nvPr/>
        </p:nvGrpSpPr>
        <p:grpSpPr>
          <a:xfrm>
            <a:off x="1016871" y="8321748"/>
            <a:ext cx="4237787" cy="1723228"/>
            <a:chOff x="0" y="-1"/>
            <a:chExt cx="4237785" cy="1723226"/>
          </a:xfrm>
        </p:grpSpPr>
        <p:pic>
          <p:nvPicPr>
            <p:cNvPr id="76" name="Rectangle Rectangle" descr="Rectangle Rectangle">
              <a:extLst>
                <a:ext uri="{FF2B5EF4-FFF2-40B4-BE49-F238E27FC236}">
                  <a16:creationId xmlns:a16="http://schemas.microsoft.com/office/drawing/2014/main" id="{26CF4D83-3653-4199-97A9-249B38F8C24D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  <p:pic>
          <p:nvPicPr>
            <p:cNvPr id="75" name="Rectangle Rectangle" descr="Rectangle Rectangle">
              <a:extLst>
                <a:ext uri="{FF2B5EF4-FFF2-40B4-BE49-F238E27FC236}">
                  <a16:creationId xmlns:a16="http://schemas.microsoft.com/office/drawing/2014/main" id="{F63C3C54-C650-45BA-98C3-1344D6A8A848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sp>
          <p:nvSpPr>
            <p:cNvPr id="64" name="None">
              <a:extLst>
                <a:ext uri="{FF2B5EF4-FFF2-40B4-BE49-F238E27FC236}">
                  <a16:creationId xmlns:a16="http://schemas.microsoft.com/office/drawing/2014/main" id="{E0735093-1F1A-4F66-A3C6-6EA644A30D86}"/>
                </a:ext>
              </a:extLst>
            </p:cNvPr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65" name="20">
              <a:extLst>
                <a:ext uri="{FF2B5EF4-FFF2-40B4-BE49-F238E27FC236}">
                  <a16:creationId xmlns:a16="http://schemas.microsoft.com/office/drawing/2014/main" id="{F082B54D-87B6-4AAB-B8B8-D1291A84AC66}"/>
                </a:ext>
              </a:extLst>
            </p:cNvPr>
            <p:cNvSpPr txBox="1"/>
            <p:nvPr/>
          </p:nvSpPr>
          <p:spPr>
            <a:xfrm>
              <a:off x="1353866" y="593741"/>
              <a:ext cx="503343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8</a:t>
              </a:r>
              <a:r>
                <a:rPr dirty="0"/>
                <a:t>0</a:t>
              </a:r>
            </a:p>
          </p:txBody>
        </p:sp>
        <p:sp>
          <p:nvSpPr>
            <p:cNvPr id="66" name="esquerda">
              <a:extLst>
                <a:ext uri="{FF2B5EF4-FFF2-40B4-BE49-F238E27FC236}">
                  <a16:creationId xmlns:a16="http://schemas.microsoft.com/office/drawing/2014/main" id="{CF0610EE-38C8-4B05-A2AA-0908E0F7D461}"/>
                </a:ext>
              </a:extLst>
            </p:cNvPr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67" name="valor">
              <a:extLst>
                <a:ext uri="{FF2B5EF4-FFF2-40B4-BE49-F238E27FC236}">
                  <a16:creationId xmlns:a16="http://schemas.microsoft.com/office/drawing/2014/main" id="{DF6E8F11-1A7A-41AF-9BA3-667B689CDAAB}"/>
                </a:ext>
              </a:extLst>
            </p:cNvPr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68" name="direita">
              <a:extLst>
                <a:ext uri="{FF2B5EF4-FFF2-40B4-BE49-F238E27FC236}">
                  <a16:creationId xmlns:a16="http://schemas.microsoft.com/office/drawing/2014/main" id="{D6623BC9-2BEF-40FA-8922-EF11E132F8E1}"/>
                </a:ext>
              </a:extLst>
            </p:cNvPr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69" name="Altura">
              <a:extLst>
                <a:ext uri="{FF2B5EF4-FFF2-40B4-BE49-F238E27FC236}">
                  <a16:creationId xmlns:a16="http://schemas.microsoft.com/office/drawing/2014/main" id="{6E0842B8-765F-4680-B5BE-D7F4963F406B}"/>
                </a:ext>
              </a:extLst>
            </p:cNvPr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70" name="Rectangle Rectangle" descr="Rectangle Rectangle">
              <a:extLst>
                <a:ext uri="{FF2B5EF4-FFF2-40B4-BE49-F238E27FC236}">
                  <a16:creationId xmlns:a16="http://schemas.microsoft.com/office/drawing/2014/main" id="{9D0B7304-2B73-468F-BF82-C3FEDE80AF40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71" name="Rectangle Rectangle" descr="Rectangle Rectangle">
              <a:extLst>
                <a:ext uri="{FF2B5EF4-FFF2-40B4-BE49-F238E27FC236}">
                  <a16:creationId xmlns:a16="http://schemas.microsoft.com/office/drawing/2014/main" id="{AD87893E-B31B-4376-B4C1-BD78C89E9C79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7506" y="433011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72" name="end.: fa55">
              <a:extLst>
                <a:ext uri="{FF2B5EF4-FFF2-40B4-BE49-F238E27FC236}">
                  <a16:creationId xmlns:a16="http://schemas.microsoft.com/office/drawing/2014/main" id="{9BA7C670-A181-45BA-B5B7-34D134B8F9AA}"/>
                </a:ext>
              </a:extLst>
            </p:cNvPr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73" name="None">
              <a:extLst>
                <a:ext uri="{FF2B5EF4-FFF2-40B4-BE49-F238E27FC236}">
                  <a16:creationId xmlns:a16="http://schemas.microsoft.com/office/drawing/2014/main" id="{F354D9EE-B1B1-4A90-AFF6-0AB293C892FC}"/>
                </a:ext>
              </a:extLst>
            </p:cNvPr>
            <p:cNvSpPr txBox="1"/>
            <p:nvPr/>
          </p:nvSpPr>
          <p:spPr>
            <a:xfrm>
              <a:off x="2256357" y="559345"/>
              <a:ext cx="891270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b="1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None</a:t>
              </a:r>
              <a:endParaRPr dirty="0"/>
            </a:p>
          </p:txBody>
        </p:sp>
        <p:sp>
          <p:nvSpPr>
            <p:cNvPr id="74" name="1">
              <a:extLst>
                <a:ext uri="{FF2B5EF4-FFF2-40B4-BE49-F238E27FC236}">
                  <a16:creationId xmlns:a16="http://schemas.microsoft.com/office/drawing/2014/main" id="{25115FA9-FF07-4B84-82A3-2AD647463CAC}"/>
                </a:ext>
              </a:extLst>
            </p:cNvPr>
            <p:cNvSpPr txBox="1"/>
            <p:nvPr/>
          </p:nvSpPr>
          <p:spPr>
            <a:xfrm>
              <a:off x="3394323" y="593741"/>
              <a:ext cx="302968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1</a:t>
              </a:r>
              <a:endParaRPr dirty="0"/>
            </a:p>
          </p:txBody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9FC41EFD-3645-4BE8-9E8A-24F1A172BD56}"/>
              </a:ext>
            </a:extLst>
          </p:cNvPr>
          <p:cNvSpPr txBox="1"/>
          <p:nvPr/>
        </p:nvSpPr>
        <p:spPr>
          <a:xfrm>
            <a:off x="6815011" y="6030259"/>
            <a:ext cx="846768" cy="90127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pt-BR" sz="16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t>Fa55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515CCE6-2D72-41C0-B14E-D5E81D6F8EBB}"/>
              </a:ext>
            </a:extLst>
          </p:cNvPr>
          <p:cNvSpPr/>
          <p:nvPr/>
        </p:nvSpPr>
        <p:spPr>
          <a:xfrm>
            <a:off x="10684224" y="6349912"/>
            <a:ext cx="582211" cy="2862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>
                <a:solidFill>
                  <a:schemeClr val="tx1"/>
                </a:solidFill>
                <a:latin typeface="Consolas" panose="020B0609020204030204" pitchFamily="49" charset="0"/>
              </a:rPr>
              <a:t>B820</a:t>
            </a:r>
            <a:endParaRPr lang="pt-BR" sz="14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2801250-5ED7-4048-A999-C13CB8AB0075}"/>
              </a:ext>
            </a:extLst>
          </p:cNvPr>
          <p:cNvSpPr/>
          <p:nvPr/>
        </p:nvSpPr>
        <p:spPr>
          <a:xfrm>
            <a:off x="9783448" y="4248274"/>
            <a:ext cx="633507" cy="3139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600" b="1" dirty="0">
                <a:solidFill>
                  <a:schemeClr val="tx1"/>
                </a:solidFill>
                <a:latin typeface="Consolas" panose="020B0609020204030204" pitchFamily="49" charset="0"/>
              </a:rPr>
              <a:t>e070</a:t>
            </a:r>
          </a:p>
        </p:txBody>
      </p:sp>
      <p:sp>
        <p:nvSpPr>
          <p:cNvPr id="80" name="Circle">
            <a:extLst>
              <a:ext uri="{FF2B5EF4-FFF2-40B4-BE49-F238E27FC236}">
                <a16:creationId xmlns:a16="http://schemas.microsoft.com/office/drawing/2014/main" id="{5D56C59F-926B-4BFC-9C05-AD2E68794FBC}"/>
              </a:ext>
            </a:extLst>
          </p:cNvPr>
          <p:cNvSpPr/>
          <p:nvPr/>
        </p:nvSpPr>
        <p:spPr>
          <a:xfrm>
            <a:off x="8767183" y="7566105"/>
            <a:ext cx="967008" cy="967008"/>
          </a:xfrm>
          <a:prstGeom prst="ellips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81" name="100">
            <a:extLst>
              <a:ext uri="{FF2B5EF4-FFF2-40B4-BE49-F238E27FC236}">
                <a16:creationId xmlns:a16="http://schemas.microsoft.com/office/drawing/2014/main" id="{65BD8A24-80CC-446B-815C-824FC5DB3CEF}"/>
              </a:ext>
            </a:extLst>
          </p:cNvPr>
          <p:cNvSpPr txBox="1"/>
          <p:nvPr/>
        </p:nvSpPr>
        <p:spPr>
          <a:xfrm>
            <a:off x="8973851" y="7911144"/>
            <a:ext cx="528991" cy="5180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dirty="0"/>
              <a:t>80</a:t>
            </a:r>
            <a:endParaRPr dirty="0"/>
          </a:p>
        </p:txBody>
      </p:sp>
      <p:sp>
        <p:nvSpPr>
          <p:cNvPr id="82" name="100">
            <a:extLst>
              <a:ext uri="{FF2B5EF4-FFF2-40B4-BE49-F238E27FC236}">
                <a16:creationId xmlns:a16="http://schemas.microsoft.com/office/drawing/2014/main" id="{4CD27095-7C63-4B0F-A6C2-3B5ABA17CD35}"/>
              </a:ext>
            </a:extLst>
          </p:cNvPr>
          <p:cNvSpPr txBox="1"/>
          <p:nvPr/>
        </p:nvSpPr>
        <p:spPr>
          <a:xfrm flipH="1">
            <a:off x="8260370" y="8309133"/>
            <a:ext cx="1109437" cy="12890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sz="1400" dirty="0"/>
              <a:t>B6F0</a:t>
            </a:r>
            <a:endParaRPr lang="pt-BR" sz="1400" b="1" dirty="0"/>
          </a:p>
          <a:p>
            <a:endParaRPr dirty="0"/>
          </a:p>
        </p:txBody>
      </p:sp>
      <p:pic>
        <p:nvPicPr>
          <p:cNvPr id="83" name="Line Line" descr="Line Line">
            <a:extLst>
              <a:ext uri="{FF2B5EF4-FFF2-40B4-BE49-F238E27FC236}">
                <a16:creationId xmlns:a16="http://schemas.microsoft.com/office/drawing/2014/main" id="{02570A43-8449-41FA-BCE7-901EC6DF0374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7714573">
            <a:off x="9099075" y="7089262"/>
            <a:ext cx="1208158" cy="76201"/>
          </a:xfrm>
          <a:prstGeom prst="rect">
            <a:avLst/>
          </a:prstGeom>
          <a:effectLst/>
        </p:spPr>
      </p:pic>
      <p:grpSp>
        <p:nvGrpSpPr>
          <p:cNvPr id="84" name="Group">
            <a:extLst>
              <a:ext uri="{FF2B5EF4-FFF2-40B4-BE49-F238E27FC236}">
                <a16:creationId xmlns:a16="http://schemas.microsoft.com/office/drawing/2014/main" id="{51E0CA49-F2B5-4503-A549-3DA77FF75F4E}"/>
              </a:ext>
            </a:extLst>
          </p:cNvPr>
          <p:cNvGrpSpPr/>
          <p:nvPr/>
        </p:nvGrpSpPr>
        <p:grpSpPr>
          <a:xfrm>
            <a:off x="1048652" y="10217199"/>
            <a:ext cx="4237787" cy="1723228"/>
            <a:chOff x="0" y="-1"/>
            <a:chExt cx="4237785" cy="1723226"/>
          </a:xfrm>
        </p:grpSpPr>
        <p:pic>
          <p:nvPicPr>
            <p:cNvPr id="96" name="Rectangle Rectangle" descr="Rectangle Rectangle">
              <a:extLst>
                <a:ext uri="{FF2B5EF4-FFF2-40B4-BE49-F238E27FC236}">
                  <a16:creationId xmlns:a16="http://schemas.microsoft.com/office/drawing/2014/main" id="{CE4C87F2-0DB5-481E-BD58-D4AB58C7BA15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97" name="Rectangle Rectangle" descr="Rectangle Rectangle">
              <a:extLst>
                <a:ext uri="{FF2B5EF4-FFF2-40B4-BE49-F238E27FC236}">
                  <a16:creationId xmlns:a16="http://schemas.microsoft.com/office/drawing/2014/main" id="{EA6C9807-3869-454F-A0BF-E2D6EF272463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  <p:pic>
          <p:nvPicPr>
            <p:cNvPr id="91" name="Rectangle Rectangle" descr="Rectangle Rectangle">
              <a:extLst>
                <a:ext uri="{FF2B5EF4-FFF2-40B4-BE49-F238E27FC236}">
                  <a16:creationId xmlns:a16="http://schemas.microsoft.com/office/drawing/2014/main" id="{051CECF2-D911-40EA-B94D-6081F8164933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92" name="Rectangle Rectangle" descr="Rectangle Rectangle">
              <a:extLst>
                <a:ext uri="{FF2B5EF4-FFF2-40B4-BE49-F238E27FC236}">
                  <a16:creationId xmlns:a16="http://schemas.microsoft.com/office/drawing/2014/main" id="{C04B212A-4E45-4003-AEEF-EE11C68E808B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7506" y="433011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85" name="None">
              <a:extLst>
                <a:ext uri="{FF2B5EF4-FFF2-40B4-BE49-F238E27FC236}">
                  <a16:creationId xmlns:a16="http://schemas.microsoft.com/office/drawing/2014/main" id="{1175FA53-709E-4BBC-90FF-EFAEFAFAEFBE}"/>
                </a:ext>
              </a:extLst>
            </p:cNvPr>
            <p:cNvSpPr txBox="1"/>
            <p:nvPr/>
          </p:nvSpPr>
          <p:spPr>
            <a:xfrm>
              <a:off x="190500" y="559345"/>
              <a:ext cx="961802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B6F0</a:t>
              </a:r>
            </a:p>
          </p:txBody>
        </p:sp>
        <p:sp>
          <p:nvSpPr>
            <p:cNvPr id="86" name="20">
              <a:extLst>
                <a:ext uri="{FF2B5EF4-FFF2-40B4-BE49-F238E27FC236}">
                  <a16:creationId xmlns:a16="http://schemas.microsoft.com/office/drawing/2014/main" id="{F11F6458-81D5-4CFF-B4A3-11CD8806AA75}"/>
                </a:ext>
              </a:extLst>
            </p:cNvPr>
            <p:cNvSpPr txBox="1"/>
            <p:nvPr/>
          </p:nvSpPr>
          <p:spPr>
            <a:xfrm>
              <a:off x="1353866" y="593741"/>
              <a:ext cx="503343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9</a:t>
              </a:r>
              <a:r>
                <a:rPr dirty="0"/>
                <a:t>0</a:t>
              </a:r>
            </a:p>
          </p:txBody>
        </p:sp>
        <p:sp>
          <p:nvSpPr>
            <p:cNvPr id="87" name="esquerda">
              <a:extLst>
                <a:ext uri="{FF2B5EF4-FFF2-40B4-BE49-F238E27FC236}">
                  <a16:creationId xmlns:a16="http://schemas.microsoft.com/office/drawing/2014/main" id="{5D92BA2C-FD68-4044-996D-392C07596608}"/>
                </a:ext>
              </a:extLst>
            </p:cNvPr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88" name="valor">
              <a:extLst>
                <a:ext uri="{FF2B5EF4-FFF2-40B4-BE49-F238E27FC236}">
                  <a16:creationId xmlns:a16="http://schemas.microsoft.com/office/drawing/2014/main" id="{B82EC5D2-4C1D-41A8-853B-766EBB8AAD74}"/>
                </a:ext>
              </a:extLst>
            </p:cNvPr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89" name="direita">
              <a:extLst>
                <a:ext uri="{FF2B5EF4-FFF2-40B4-BE49-F238E27FC236}">
                  <a16:creationId xmlns:a16="http://schemas.microsoft.com/office/drawing/2014/main" id="{B72A4BF5-7E33-4C24-9EFE-AD66C9EFDC37}"/>
                </a:ext>
              </a:extLst>
            </p:cNvPr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90" name="Altura">
              <a:extLst>
                <a:ext uri="{FF2B5EF4-FFF2-40B4-BE49-F238E27FC236}">
                  <a16:creationId xmlns:a16="http://schemas.microsoft.com/office/drawing/2014/main" id="{4D8E222E-7223-4565-B9F7-E1A61A883B51}"/>
                </a:ext>
              </a:extLst>
            </p:cNvPr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sp>
          <p:nvSpPr>
            <p:cNvPr id="93" name="end.: fa55">
              <a:extLst>
                <a:ext uri="{FF2B5EF4-FFF2-40B4-BE49-F238E27FC236}">
                  <a16:creationId xmlns:a16="http://schemas.microsoft.com/office/drawing/2014/main" id="{1E81D892-7261-45EC-BA3A-7580EA8BA699}"/>
                </a:ext>
              </a:extLst>
            </p:cNvPr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94" name="None">
              <a:extLst>
                <a:ext uri="{FF2B5EF4-FFF2-40B4-BE49-F238E27FC236}">
                  <a16:creationId xmlns:a16="http://schemas.microsoft.com/office/drawing/2014/main" id="{A5059722-00B2-4961-A512-7EAD0D17CEAB}"/>
                </a:ext>
              </a:extLst>
            </p:cNvPr>
            <p:cNvSpPr txBox="1"/>
            <p:nvPr/>
          </p:nvSpPr>
          <p:spPr>
            <a:xfrm>
              <a:off x="2256357" y="559345"/>
              <a:ext cx="904094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a310</a:t>
              </a:r>
            </a:p>
          </p:txBody>
        </p:sp>
        <p:sp>
          <p:nvSpPr>
            <p:cNvPr id="95" name="1">
              <a:extLst>
                <a:ext uri="{FF2B5EF4-FFF2-40B4-BE49-F238E27FC236}">
                  <a16:creationId xmlns:a16="http://schemas.microsoft.com/office/drawing/2014/main" id="{92CB6952-C126-4789-AE1C-D62682207446}"/>
                </a:ext>
              </a:extLst>
            </p:cNvPr>
            <p:cNvSpPr txBox="1"/>
            <p:nvPr/>
          </p:nvSpPr>
          <p:spPr>
            <a:xfrm>
              <a:off x="3394323" y="593741"/>
              <a:ext cx="302968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2</a:t>
              </a:r>
              <a:endParaRPr dirty="0"/>
            </a:p>
          </p:txBody>
        </p:sp>
      </p:grpSp>
      <p:sp>
        <p:nvSpPr>
          <p:cNvPr id="100" name="Circle">
            <a:extLst>
              <a:ext uri="{FF2B5EF4-FFF2-40B4-BE49-F238E27FC236}">
                <a16:creationId xmlns:a16="http://schemas.microsoft.com/office/drawing/2014/main" id="{15DA2475-8C36-4194-B84A-B6AA098443EA}"/>
              </a:ext>
            </a:extLst>
          </p:cNvPr>
          <p:cNvSpPr/>
          <p:nvPr/>
        </p:nvSpPr>
        <p:spPr>
          <a:xfrm>
            <a:off x="10763679" y="7467519"/>
            <a:ext cx="967008" cy="967008"/>
          </a:xfrm>
          <a:prstGeom prst="ellips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101" name="100">
            <a:extLst>
              <a:ext uri="{FF2B5EF4-FFF2-40B4-BE49-F238E27FC236}">
                <a16:creationId xmlns:a16="http://schemas.microsoft.com/office/drawing/2014/main" id="{8BCF8DF5-1704-407A-9D66-815A1A4A3B88}"/>
              </a:ext>
            </a:extLst>
          </p:cNvPr>
          <p:cNvSpPr txBox="1"/>
          <p:nvPr/>
        </p:nvSpPr>
        <p:spPr>
          <a:xfrm>
            <a:off x="10860826" y="7718801"/>
            <a:ext cx="772713" cy="5180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dirty="0"/>
              <a:t>100</a:t>
            </a:r>
            <a:endParaRPr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C6F005C1-DC18-4F45-B44D-7D548014603E}"/>
              </a:ext>
            </a:extLst>
          </p:cNvPr>
          <p:cNvSpPr/>
          <p:nvPr/>
        </p:nvSpPr>
        <p:spPr>
          <a:xfrm>
            <a:off x="11229470" y="8458628"/>
            <a:ext cx="582211" cy="2862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dirty="0"/>
              <a:t>a310</a:t>
            </a:r>
            <a:endParaRPr lang="pt-BR" sz="1400" b="1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4" name="############################# Fator Balanceamento…">
            <a:extLst>
              <a:ext uri="{FF2B5EF4-FFF2-40B4-BE49-F238E27FC236}">
                <a16:creationId xmlns:a16="http://schemas.microsoft.com/office/drawing/2014/main" id="{9D24F97D-6C65-433F-ABCF-8BB805A1AB39}"/>
              </a:ext>
            </a:extLst>
          </p:cNvPr>
          <p:cNvSpPr txBox="1"/>
          <p:nvPr/>
        </p:nvSpPr>
        <p:spPr>
          <a:xfrm>
            <a:off x="11650698" y="5926618"/>
            <a:ext cx="12354013" cy="774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 dirty="0">
                <a:solidFill>
                  <a:srgbClr val="080808"/>
                </a:solidFill>
              </a:rPr>
              <a:t>   </a:t>
            </a:r>
            <a:r>
              <a:rPr dirty="0"/>
              <a:t>############################# </a:t>
            </a:r>
            <a:r>
              <a:rPr dirty="0" err="1"/>
              <a:t>Fator</a:t>
            </a:r>
            <a:r>
              <a:rPr dirty="0"/>
              <a:t> </a:t>
            </a:r>
            <a:r>
              <a:rPr dirty="0" err="1"/>
              <a:t>Balanceamento</a:t>
            </a:r>
            <a:endParaRPr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 dirty="0">
                <a:solidFill>
                  <a:srgbClr val="8C8C8C"/>
                </a:solidFill>
              </a:rPr>
              <a:t>    </a:t>
            </a:r>
            <a:r>
              <a:rPr dirty="0" err="1">
                <a:solidFill>
                  <a:srgbClr val="000000"/>
                </a:solidFill>
              </a:rPr>
              <a:t>balanceamento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/>
              <a:t>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balanceamento</a:t>
            </a:r>
            <a:r>
              <a:rPr dirty="0"/>
              <a:t>(</a:t>
            </a:r>
            <a:r>
              <a:rPr dirty="0" err="1"/>
              <a:t>no_atual</a:t>
            </a:r>
            <a:r>
              <a:rPr dirty="0"/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</a:t>
            </a:r>
            <a:r>
              <a:rPr dirty="0">
                <a:solidFill>
                  <a:srgbClr val="080808"/>
                </a:solidFill>
              </a:rPr>
              <a:t>   </a:t>
            </a:r>
            <a:r>
              <a:rPr dirty="0">
                <a:solidFill>
                  <a:srgbClr val="0033B3"/>
                </a:solidFill>
              </a:rPr>
              <a:t>if </a:t>
            </a:r>
            <a:r>
              <a:rPr dirty="0" err="1"/>
              <a:t>balanceamento</a:t>
            </a:r>
            <a:r>
              <a:rPr dirty="0"/>
              <a:t> &lt;</a:t>
            </a:r>
            <a:r>
              <a:rPr dirty="0">
                <a:solidFill>
                  <a:srgbClr val="080808"/>
                </a:solidFill>
              </a:rPr>
              <a:t> -</a:t>
            </a:r>
            <a:r>
              <a:rPr dirty="0">
                <a:solidFill>
                  <a:srgbClr val="1750EB"/>
                </a:solidFill>
              </a:rPr>
              <a:t>1</a:t>
            </a:r>
            <a:r>
              <a:rPr dirty="0">
                <a:solidFill>
                  <a:srgbClr val="080808"/>
                </a:solidFill>
              </a:rPr>
              <a:t>: </a:t>
            </a:r>
            <a:r>
              <a:rPr i="1" dirty="0">
                <a:solidFill>
                  <a:srgbClr val="8C8C8C"/>
                </a:solidFill>
              </a:rPr>
              <a:t># </a:t>
            </a:r>
            <a:r>
              <a:rPr i="1" dirty="0" err="1">
                <a:solidFill>
                  <a:srgbClr val="8C8C8C"/>
                </a:solidFill>
              </a:rPr>
              <a:t>rotação</a:t>
            </a:r>
            <a:endParaRPr i="1" dirty="0">
              <a:solidFill>
                <a:srgbClr val="8C8C8C"/>
              </a:solidFill>
            </a:endParaRP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 dirty="0">
                <a:solidFill>
                  <a:srgbClr val="8C8C8C"/>
                </a:solidFill>
              </a:rPr>
              <a:t>        </a:t>
            </a:r>
            <a:r>
              <a:rPr dirty="0">
                <a:solidFill>
                  <a:srgbClr val="0033B3"/>
                </a:solidFill>
              </a:rPr>
              <a:t>if </a:t>
            </a:r>
            <a:r>
              <a:rPr dirty="0"/>
              <a:t>valor &lt; </a:t>
            </a:r>
            <a:r>
              <a:rPr dirty="0" err="1"/>
              <a:t>no_atual.esquerda.valor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rotacao_direita</a:t>
            </a:r>
            <a:r>
              <a:rPr dirty="0"/>
              <a:t>(</a:t>
            </a:r>
            <a:r>
              <a:rPr dirty="0" err="1"/>
              <a:t>no_atual</a:t>
            </a:r>
            <a:r>
              <a:rPr dirty="0"/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0033B3"/>
                </a:solidFill>
              </a:rPr>
              <a:t>else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    </a:t>
            </a:r>
            <a:r>
              <a:rPr dirty="0" err="1"/>
              <a:t>no_atual.esquerda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rotacao_esquerda</a:t>
            </a:r>
            <a:r>
              <a:rPr dirty="0"/>
              <a:t>(</a:t>
            </a:r>
            <a:r>
              <a:rPr dirty="0" err="1"/>
              <a:t>no_atual.esquerda</a:t>
            </a:r>
            <a:r>
              <a:rPr dirty="0"/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rotacao_direita</a:t>
            </a:r>
            <a:r>
              <a:rPr dirty="0"/>
              <a:t>(</a:t>
            </a:r>
            <a:r>
              <a:rPr dirty="0" err="1"/>
              <a:t>no_atual</a:t>
            </a:r>
            <a:r>
              <a:rPr dirty="0"/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</a:t>
            </a:r>
            <a:r>
              <a:rPr dirty="0">
                <a:solidFill>
                  <a:srgbClr val="0033B3"/>
                </a:solidFill>
              </a:rPr>
              <a:t>if </a:t>
            </a:r>
            <a:r>
              <a:rPr dirty="0" err="1"/>
              <a:t>balanceamento</a:t>
            </a:r>
            <a:r>
              <a:rPr dirty="0"/>
              <a:t> &gt;</a:t>
            </a:r>
            <a:r>
              <a:rPr dirty="0">
                <a:solidFill>
                  <a:srgbClr val="080808"/>
                </a:solidFill>
              </a:rPr>
              <a:t> </a:t>
            </a:r>
            <a:r>
              <a:rPr dirty="0">
                <a:solidFill>
                  <a:srgbClr val="1750EB"/>
                </a:solidFill>
              </a:rPr>
              <a:t>1</a:t>
            </a:r>
            <a:r>
              <a:rPr dirty="0"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0033B3"/>
                </a:solidFill>
              </a:rPr>
              <a:t>if </a:t>
            </a:r>
            <a:r>
              <a:rPr dirty="0"/>
              <a:t>valor &gt; </a:t>
            </a:r>
            <a:r>
              <a:rPr dirty="0" err="1"/>
              <a:t>no_atual.direita.valor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rotacao_esquerda</a:t>
            </a:r>
            <a:r>
              <a:rPr dirty="0"/>
              <a:t>(</a:t>
            </a:r>
            <a:r>
              <a:rPr dirty="0" err="1"/>
              <a:t>no_atual</a:t>
            </a:r>
            <a:r>
              <a:rPr dirty="0"/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0033B3"/>
                </a:solidFill>
              </a:rPr>
              <a:t>else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    </a:t>
            </a:r>
            <a:r>
              <a:rPr dirty="0" err="1"/>
              <a:t>no_atual.direita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rotacao_direita</a:t>
            </a:r>
            <a:r>
              <a:rPr dirty="0"/>
              <a:t>(</a:t>
            </a:r>
            <a:r>
              <a:rPr dirty="0" err="1"/>
              <a:t>no_atual.direita</a:t>
            </a:r>
            <a:r>
              <a:rPr dirty="0"/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rotacao_esquerda</a:t>
            </a:r>
            <a:r>
              <a:rPr dirty="0"/>
              <a:t>(</a:t>
            </a:r>
            <a:r>
              <a:rPr dirty="0" err="1"/>
              <a:t>no_atual</a:t>
            </a:r>
            <a:r>
              <a:rPr dirty="0"/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 err="1"/>
              <a:t>no_atual</a:t>
            </a:r>
            <a:endParaRPr dirty="0"/>
          </a:p>
        </p:txBody>
      </p:sp>
      <p:sp>
        <p:nvSpPr>
          <p:cNvPr id="106" name="def _rotacao_direita(self, pai):…">
            <a:extLst>
              <a:ext uri="{FF2B5EF4-FFF2-40B4-BE49-F238E27FC236}">
                <a16:creationId xmlns:a16="http://schemas.microsoft.com/office/drawing/2014/main" id="{B74150ED-9BF1-4070-824B-0E4F3F763753}"/>
              </a:ext>
            </a:extLst>
          </p:cNvPr>
          <p:cNvSpPr txBox="1"/>
          <p:nvPr/>
        </p:nvSpPr>
        <p:spPr>
          <a:xfrm>
            <a:off x="17444948" y="350733"/>
            <a:ext cx="6559488" cy="55758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/>
              <a:t>_</a:t>
            </a:r>
            <a:r>
              <a:rPr dirty="0" err="1"/>
              <a:t>rota</a:t>
            </a:r>
            <a:r>
              <a:rPr lang="pt-BR" dirty="0" err="1"/>
              <a:t>cao_esquerda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>
                <a:solidFill>
                  <a:srgbClr val="080808"/>
                </a:solidFill>
              </a:rPr>
              <a:t>, </a:t>
            </a:r>
            <a:r>
              <a:rPr dirty="0" err="1">
                <a:solidFill>
                  <a:srgbClr val="080808"/>
                </a:solidFill>
              </a:rPr>
              <a:t>pai</a:t>
            </a:r>
            <a:r>
              <a:rPr dirty="0">
                <a:solidFill>
                  <a:srgbClr val="080808"/>
                </a:solidFill>
              </a:rPr>
              <a:t>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 err="1">
                <a:solidFill>
                  <a:srgbClr val="000000"/>
                </a:solidFill>
              </a:rPr>
              <a:t>filho</a:t>
            </a:r>
            <a:r>
              <a:rPr lang="pt-BR" dirty="0">
                <a:solidFill>
                  <a:srgbClr val="000000"/>
                </a:solidFill>
              </a:rPr>
              <a:t>D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/>
              <a:t>= </a:t>
            </a:r>
            <a:r>
              <a:rPr dirty="0" err="1"/>
              <a:t>pai</a:t>
            </a:r>
            <a:r>
              <a:rPr dirty="0"/>
              <a:t>.</a:t>
            </a:r>
            <a:r>
              <a:rPr lang="pt-BR" dirty="0"/>
              <a:t>direita</a:t>
            </a:r>
            <a:endParaRPr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 err="1">
                <a:solidFill>
                  <a:srgbClr val="000000"/>
                </a:solidFill>
              </a:rPr>
              <a:t>neto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/>
              <a:t>= </a:t>
            </a:r>
            <a:r>
              <a:rPr dirty="0" err="1">
                <a:solidFill>
                  <a:srgbClr val="000000"/>
                </a:solidFill>
              </a:rPr>
              <a:t>filho</a:t>
            </a:r>
            <a:r>
              <a:rPr lang="pt-BR" dirty="0">
                <a:solidFill>
                  <a:srgbClr val="000000"/>
                </a:solidFill>
              </a:rPr>
              <a:t>D</a:t>
            </a:r>
            <a:r>
              <a:rPr dirty="0"/>
              <a:t>.</a:t>
            </a:r>
            <a:r>
              <a:rPr lang="pt-BR" dirty="0"/>
              <a:t>esquerda</a:t>
            </a:r>
            <a:endParaRPr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 err="1">
                <a:solidFill>
                  <a:srgbClr val="000000"/>
                </a:solidFill>
              </a:rPr>
              <a:t>filho</a:t>
            </a:r>
            <a:r>
              <a:rPr lang="pt-BR" dirty="0">
                <a:solidFill>
                  <a:srgbClr val="000000"/>
                </a:solidFill>
              </a:rPr>
              <a:t>D</a:t>
            </a:r>
            <a:r>
              <a:rPr dirty="0"/>
              <a:t>.</a:t>
            </a:r>
            <a:r>
              <a:rPr lang="pt-BR" dirty="0"/>
              <a:t>esquerda</a:t>
            </a:r>
            <a:r>
              <a:rPr dirty="0"/>
              <a:t> = </a:t>
            </a:r>
            <a:r>
              <a:rPr dirty="0" err="1"/>
              <a:t>pai</a:t>
            </a:r>
            <a:endParaRPr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 err="1"/>
              <a:t>pai</a:t>
            </a:r>
            <a:r>
              <a:rPr dirty="0"/>
              <a:t>.</a:t>
            </a:r>
            <a:r>
              <a:rPr lang="pt-BR" dirty="0"/>
              <a:t>direita</a:t>
            </a:r>
            <a:r>
              <a:rPr dirty="0"/>
              <a:t> = </a:t>
            </a:r>
            <a:r>
              <a:rPr dirty="0" err="1">
                <a:solidFill>
                  <a:srgbClr val="000000"/>
                </a:solidFill>
              </a:rPr>
              <a:t>neto</a:t>
            </a:r>
            <a:endParaRPr dirty="0">
              <a:solidFill>
                <a:srgbClr val="000000"/>
              </a:solidFill>
            </a:endParaRP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0000"/>
                </a:solidFill>
              </a:rPr>
              <a:t> </a:t>
            </a:r>
            <a:r>
              <a:rPr dirty="0"/>
              <a:t>   </a:t>
            </a:r>
            <a:r>
              <a:rPr dirty="0" err="1"/>
              <a:t>pai.altura</a:t>
            </a:r>
            <a:r>
              <a:rPr dirty="0"/>
              <a:t> = </a:t>
            </a:r>
            <a:r>
              <a:rPr dirty="0">
                <a:solidFill>
                  <a:srgbClr val="1750EB"/>
                </a:solidFill>
              </a:rPr>
              <a:t>1 </a:t>
            </a:r>
            <a:r>
              <a:rPr dirty="0"/>
              <a:t>+ </a:t>
            </a:r>
            <a:r>
              <a:rPr dirty="0">
                <a:solidFill>
                  <a:srgbClr val="011480"/>
                </a:solidFill>
              </a:rPr>
              <a:t>max</a:t>
            </a:r>
            <a:r>
              <a:rPr dirty="0"/>
              <a:t>(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altura</a:t>
            </a:r>
            <a:r>
              <a:rPr dirty="0"/>
              <a:t>(</a:t>
            </a:r>
            <a:r>
              <a:rPr dirty="0" err="1"/>
              <a:t>pai.esquerda</a:t>
            </a:r>
            <a:r>
              <a:rPr dirty="0"/>
              <a:t>),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altura</a:t>
            </a:r>
            <a:r>
              <a:rPr dirty="0"/>
              <a:t>(</a:t>
            </a:r>
            <a:r>
              <a:rPr dirty="0" err="1"/>
              <a:t>pai.direita</a:t>
            </a:r>
            <a:r>
              <a:rPr dirty="0"/>
              <a:t>))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 err="1">
                <a:solidFill>
                  <a:srgbClr val="000000"/>
                </a:solidFill>
              </a:rPr>
              <a:t>filho</a:t>
            </a:r>
            <a:r>
              <a:rPr lang="pt-BR" dirty="0">
                <a:solidFill>
                  <a:srgbClr val="000000"/>
                </a:solidFill>
              </a:rPr>
              <a:t>D</a:t>
            </a:r>
            <a:r>
              <a:rPr dirty="0"/>
              <a:t>.</a:t>
            </a:r>
            <a:r>
              <a:rPr dirty="0" err="1"/>
              <a:t>altura</a:t>
            </a:r>
            <a:r>
              <a:rPr dirty="0"/>
              <a:t> = </a:t>
            </a:r>
            <a:r>
              <a:rPr dirty="0">
                <a:solidFill>
                  <a:srgbClr val="1750EB"/>
                </a:solidFill>
              </a:rPr>
              <a:t>1 </a:t>
            </a:r>
            <a:r>
              <a:rPr dirty="0"/>
              <a:t>+ </a:t>
            </a:r>
            <a:r>
              <a:rPr dirty="0">
                <a:solidFill>
                  <a:srgbClr val="011480"/>
                </a:solidFill>
              </a:rPr>
              <a:t>max</a:t>
            </a:r>
            <a:r>
              <a:rPr dirty="0"/>
              <a:t>(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altura</a:t>
            </a:r>
            <a:r>
              <a:rPr dirty="0"/>
              <a:t>(</a:t>
            </a:r>
            <a:r>
              <a:rPr dirty="0" err="1">
                <a:solidFill>
                  <a:srgbClr val="000000"/>
                </a:solidFill>
              </a:rPr>
              <a:t>filho</a:t>
            </a:r>
            <a:r>
              <a:rPr lang="pt-BR" dirty="0">
                <a:solidFill>
                  <a:srgbClr val="000000"/>
                </a:solidFill>
              </a:rPr>
              <a:t>D</a:t>
            </a:r>
            <a:r>
              <a:rPr dirty="0"/>
              <a:t>.</a:t>
            </a:r>
            <a:r>
              <a:rPr dirty="0" err="1"/>
              <a:t>esquerda</a:t>
            </a:r>
            <a:r>
              <a:rPr dirty="0"/>
              <a:t>),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altura</a:t>
            </a:r>
            <a:r>
              <a:rPr dirty="0"/>
              <a:t>(</a:t>
            </a:r>
            <a:r>
              <a:rPr dirty="0" err="1">
                <a:solidFill>
                  <a:srgbClr val="000000"/>
                </a:solidFill>
              </a:rPr>
              <a:t>filho</a:t>
            </a:r>
            <a:r>
              <a:rPr lang="pt-BR" dirty="0">
                <a:solidFill>
                  <a:srgbClr val="000000"/>
                </a:solidFill>
              </a:rPr>
              <a:t>D</a:t>
            </a:r>
            <a:r>
              <a:rPr dirty="0"/>
              <a:t>.</a:t>
            </a:r>
            <a:r>
              <a:rPr dirty="0" err="1"/>
              <a:t>direita</a:t>
            </a:r>
            <a:r>
              <a:rPr dirty="0"/>
              <a:t>))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</a:t>
            </a:r>
            <a:r>
              <a:rPr dirty="0"/>
              <a:t>return </a:t>
            </a:r>
            <a:r>
              <a:rPr dirty="0" err="1">
                <a:solidFill>
                  <a:srgbClr val="000000"/>
                </a:solidFill>
              </a:rPr>
              <a:t>filho</a:t>
            </a:r>
            <a:r>
              <a:rPr lang="pt-BR" dirty="0">
                <a:solidFill>
                  <a:srgbClr val="000000"/>
                </a:solidFill>
              </a:rPr>
              <a:t>D</a:t>
            </a:r>
            <a:endParaRPr dirty="0">
              <a:solidFill>
                <a:srgbClr val="000000"/>
              </a:solidFill>
            </a:endParaRPr>
          </a:p>
        </p:txBody>
      </p:sp>
      <p:pic>
        <p:nvPicPr>
          <p:cNvPr id="107" name="Line Line" descr="Line Line">
            <a:extLst>
              <a:ext uri="{FF2B5EF4-FFF2-40B4-BE49-F238E27FC236}">
                <a16:creationId xmlns:a16="http://schemas.microsoft.com/office/drawing/2014/main" id="{8F9D94AE-125F-4943-A51A-DB8505B7308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3771734">
            <a:off x="10222033" y="7029210"/>
            <a:ext cx="1208158" cy="76201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85912597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0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0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2500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0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2500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0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800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800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900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900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900"/>
                            </p:stCondLst>
                            <p:childTnLst>
                              <p:par>
                                <p:cTn id="39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37" grpId="0" animBg="1" advAuto="0"/>
      <p:bldP spid="2073" grpId="0" animBg="1" advAuto="0"/>
      <p:bldP spid="2085" grpId="0" animBg="1" advAuto="0"/>
      <p:bldP spid="2090" grpId="0" animBg="1" advAuto="0"/>
      <p:bldP spid="2094" grpId="0" animBg="1" advAuto="0"/>
      <p:bldP spid="2116" grpId="0" animBg="1" advAuto="0"/>
      <p:bldP spid="106" grpId="0" animBg="1" advAuto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2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AVL </a:t>
            </a:r>
            <a:r>
              <a:rPr sz="5000" spc="-100" dirty="0"/>
              <a:t>Entrada: 100, 50, 20</a:t>
            </a:r>
            <a:r>
              <a:rPr lang="en-US" sz="5000" spc="-100" dirty="0"/>
              <a:t>, 80, 90, </a:t>
            </a:r>
            <a:r>
              <a:rPr lang="en-US" sz="5000" u="sng" spc="-100" dirty="0"/>
              <a:t>85</a:t>
            </a:r>
            <a:endParaRPr sz="5000" u="sng" spc="-100" dirty="0"/>
          </a:p>
        </p:txBody>
      </p:sp>
      <p:grpSp>
        <p:nvGrpSpPr>
          <p:cNvPr id="1990" name="Group"/>
          <p:cNvGrpSpPr/>
          <p:nvPr/>
        </p:nvGrpSpPr>
        <p:grpSpPr>
          <a:xfrm>
            <a:off x="988803" y="2474604"/>
            <a:ext cx="4237787" cy="1723228"/>
            <a:chOff x="0" y="-1"/>
            <a:chExt cx="4237785" cy="1723226"/>
          </a:xfrm>
        </p:grpSpPr>
        <p:pic>
          <p:nvPicPr>
            <p:cNvPr id="1988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  <p:sp>
          <p:nvSpPr>
            <p:cNvPr id="1974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975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76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77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78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979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09" y="486673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981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983" name="end.: a310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1984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985" name="1"/>
            <p:cNvSpPr txBox="1"/>
            <p:nvPr/>
          </p:nvSpPr>
          <p:spPr>
            <a:xfrm>
              <a:off x="3394323" y="593741"/>
              <a:ext cx="302968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1</a:t>
              </a:r>
              <a:endParaRPr dirty="0"/>
            </a:p>
          </p:txBody>
        </p:sp>
        <p:pic>
          <p:nvPicPr>
            <p:cNvPr id="1986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</p:grpSp>
      <p:grpSp>
        <p:nvGrpSpPr>
          <p:cNvPr id="2011" name="Group"/>
          <p:cNvGrpSpPr/>
          <p:nvPr/>
        </p:nvGrpSpPr>
        <p:grpSpPr>
          <a:xfrm>
            <a:off x="988803" y="4290625"/>
            <a:ext cx="4265855" cy="1723228"/>
            <a:chOff x="0" y="-1"/>
            <a:chExt cx="4265853" cy="1723226"/>
          </a:xfrm>
        </p:grpSpPr>
        <p:sp>
          <p:nvSpPr>
            <p:cNvPr id="1995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99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9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9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9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2000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5292" y="465467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2002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2004" name="end.: e070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2006" name="1"/>
            <p:cNvSpPr txBox="1"/>
            <p:nvPr/>
          </p:nvSpPr>
          <p:spPr>
            <a:xfrm>
              <a:off x="3394323" y="593741"/>
              <a:ext cx="102657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endParaRPr dirty="0"/>
            </a:p>
          </p:txBody>
        </p:sp>
        <p:pic>
          <p:nvPicPr>
            <p:cNvPr id="2007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17399" y="459724"/>
              <a:ext cx="1200700" cy="736196"/>
            </a:xfrm>
            <a:prstGeom prst="rect">
              <a:avLst/>
            </a:prstGeom>
            <a:effectLst/>
          </p:spPr>
        </p:pic>
        <p:pic>
          <p:nvPicPr>
            <p:cNvPr id="2009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8847" y="448519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2012" name="E070"/>
          <p:cNvSpPr txBox="1"/>
          <p:nvPr/>
        </p:nvSpPr>
        <p:spPr>
          <a:xfrm>
            <a:off x="1169438" y="3087838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18" name="2"/>
          <p:cNvSpPr txBox="1"/>
          <p:nvPr/>
        </p:nvSpPr>
        <p:spPr>
          <a:xfrm>
            <a:off x="4392445" y="307296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grpSp>
        <p:nvGrpSpPr>
          <p:cNvPr id="2036" name="Group"/>
          <p:cNvGrpSpPr/>
          <p:nvPr/>
        </p:nvGrpSpPr>
        <p:grpSpPr>
          <a:xfrm>
            <a:off x="988803" y="6185655"/>
            <a:ext cx="4237787" cy="1723228"/>
            <a:chOff x="0" y="-1"/>
            <a:chExt cx="4237785" cy="1723226"/>
          </a:xfrm>
        </p:grpSpPr>
        <p:sp>
          <p:nvSpPr>
            <p:cNvPr id="2019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20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2021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2022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2023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2024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2025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2027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2029" name="end.: fa55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2030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31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2032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2034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2037" name="Fa55"/>
          <p:cNvSpPr txBox="1"/>
          <p:nvPr/>
        </p:nvSpPr>
        <p:spPr>
          <a:xfrm>
            <a:off x="1084500" y="4867842"/>
            <a:ext cx="110251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rPr dirty="0"/>
              <a:t> Fa55 </a:t>
            </a:r>
          </a:p>
        </p:txBody>
      </p:sp>
      <p:sp>
        <p:nvSpPr>
          <p:cNvPr id="2043" name="3"/>
          <p:cNvSpPr txBox="1"/>
          <p:nvPr/>
        </p:nvSpPr>
        <p:spPr>
          <a:xfrm>
            <a:off x="4392445" y="307296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73" name="A310"/>
          <p:cNvSpPr txBox="1"/>
          <p:nvPr/>
        </p:nvSpPr>
        <p:spPr>
          <a:xfrm>
            <a:off x="3128979" y="4884368"/>
            <a:ext cx="1141338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rPr dirty="0"/>
              <a:t> </a:t>
            </a:r>
            <a:r>
              <a:rPr lang="pt-BR" dirty="0"/>
              <a:t>B820</a:t>
            </a:r>
            <a:r>
              <a:rPr dirty="0"/>
              <a:t> </a:t>
            </a:r>
          </a:p>
        </p:txBody>
      </p:sp>
      <p:sp>
        <p:nvSpPr>
          <p:cNvPr id="2085" name="None"/>
          <p:cNvSpPr txBox="1"/>
          <p:nvPr/>
        </p:nvSpPr>
        <p:spPr>
          <a:xfrm>
            <a:off x="1134169" y="3079724"/>
            <a:ext cx="1062791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pPr>
            <a:r>
              <a:rPr dirty="0"/>
              <a:t> </a:t>
            </a:r>
            <a:r>
              <a:rPr lang="pt-BR" sz="2800" dirty="0" err="1"/>
              <a:t>None</a:t>
            </a:r>
            <a:endParaRPr lang="pt-BR" sz="2800" dirty="0"/>
          </a:p>
        </p:txBody>
      </p:sp>
      <p:sp>
        <p:nvSpPr>
          <p:cNvPr id="2090" name="1"/>
          <p:cNvSpPr txBox="1"/>
          <p:nvPr/>
        </p:nvSpPr>
        <p:spPr>
          <a:xfrm>
            <a:off x="4392445" y="316914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94" name="2"/>
          <p:cNvSpPr txBox="1"/>
          <p:nvPr/>
        </p:nvSpPr>
        <p:spPr>
          <a:xfrm flipH="1">
            <a:off x="4459951" y="4900895"/>
            <a:ext cx="429490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rPr lang="pt-BR" dirty="0"/>
              <a:t>4</a:t>
            </a:r>
            <a:endParaRPr dirty="0"/>
          </a:p>
        </p:txBody>
      </p:sp>
      <p:grpSp>
        <p:nvGrpSpPr>
          <p:cNvPr id="2116" name="Group"/>
          <p:cNvGrpSpPr/>
          <p:nvPr/>
        </p:nvGrpSpPr>
        <p:grpSpPr>
          <a:xfrm>
            <a:off x="7677979" y="3983469"/>
            <a:ext cx="3023220" cy="2745007"/>
            <a:chOff x="-1" y="0"/>
            <a:chExt cx="3023218" cy="2745005"/>
          </a:xfrm>
        </p:grpSpPr>
        <p:sp>
          <p:nvSpPr>
            <p:cNvPr id="2104" name="50"/>
            <p:cNvSpPr txBox="1"/>
            <p:nvPr/>
          </p:nvSpPr>
          <p:spPr>
            <a:xfrm>
              <a:off x="1230517" y="234969"/>
              <a:ext cx="537973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rPr dirty="0"/>
                <a:t>50</a:t>
              </a:r>
            </a:p>
          </p:txBody>
        </p:sp>
        <p:sp>
          <p:nvSpPr>
            <p:cNvPr id="2105" name="Circle"/>
            <p:cNvSpPr/>
            <p:nvPr/>
          </p:nvSpPr>
          <p:spPr>
            <a:xfrm>
              <a:off x="101600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2106" name="Line Line" descr="Line Lin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3771734">
              <a:off x="1545608" y="1267650"/>
              <a:ext cx="1208157" cy="76201"/>
            </a:xfrm>
            <a:prstGeom prst="rect">
              <a:avLst/>
            </a:prstGeom>
            <a:effectLst/>
          </p:spPr>
        </p:pic>
        <p:grpSp>
          <p:nvGrpSpPr>
            <p:cNvPr id="2112" name="Group"/>
            <p:cNvGrpSpPr/>
            <p:nvPr/>
          </p:nvGrpSpPr>
          <p:grpSpPr>
            <a:xfrm>
              <a:off x="-1" y="851732"/>
              <a:ext cx="1297792" cy="1893273"/>
              <a:chOff x="0" y="-53881"/>
              <a:chExt cx="1297790" cy="1893272"/>
            </a:xfrm>
          </p:grpSpPr>
          <p:sp>
            <p:nvSpPr>
              <p:cNvPr id="2108" name="20"/>
              <p:cNvSpPr txBox="1"/>
              <p:nvPr/>
            </p:nvSpPr>
            <p:spPr>
              <a:xfrm>
                <a:off x="214517" y="1107355"/>
                <a:ext cx="537973" cy="54813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3000"/>
                </a:lvl1pPr>
              </a:lstStyle>
              <a:p>
                <a:r>
                  <a:t>20</a:t>
                </a:r>
              </a:p>
            </p:txBody>
          </p:sp>
          <p:sp>
            <p:nvSpPr>
              <p:cNvPr id="2109" name="Circle"/>
              <p:cNvSpPr/>
              <p:nvPr/>
            </p:nvSpPr>
            <p:spPr>
              <a:xfrm>
                <a:off x="0" y="872386"/>
                <a:ext cx="967005" cy="967006"/>
              </a:xfrm>
              <a:prstGeom prst="ellips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>
                  <a:lnSpc>
                    <a:spcPct val="100000"/>
                  </a:lnSpc>
                  <a:spcBef>
                    <a:spcPts val="0"/>
                  </a:spcBef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/>
              </a:p>
            </p:txBody>
          </p:sp>
          <p:pic>
            <p:nvPicPr>
              <p:cNvPr id="2110" name="Line Line" descr="Line Line"/>
              <p:cNvPicPr>
                <a:picLocks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8100000">
                <a:off x="169412" y="391189"/>
                <a:ext cx="1290415" cy="76201"/>
              </a:xfrm>
              <a:prstGeom prst="rect">
                <a:avLst/>
              </a:prstGeom>
              <a:effectLst/>
            </p:spPr>
          </p:pic>
        </p:grpSp>
        <p:grpSp>
          <p:nvGrpSpPr>
            <p:cNvPr id="2115" name="Group"/>
            <p:cNvGrpSpPr/>
            <p:nvPr/>
          </p:nvGrpSpPr>
          <p:grpSpPr>
            <a:xfrm>
              <a:off x="2056210" y="1718557"/>
              <a:ext cx="967007" cy="967007"/>
              <a:chOff x="0" y="0"/>
              <a:chExt cx="967005" cy="967005"/>
            </a:xfrm>
          </p:grpSpPr>
          <p:sp>
            <p:nvSpPr>
              <p:cNvPr id="2113" name="100"/>
              <p:cNvSpPr txBox="1"/>
              <p:nvPr/>
            </p:nvSpPr>
            <p:spPr>
              <a:xfrm>
                <a:off x="125617" y="224590"/>
                <a:ext cx="528989" cy="51808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3000"/>
                </a:lvl1pPr>
              </a:lstStyle>
              <a:p>
                <a:r>
                  <a:rPr lang="pt-BR" dirty="0"/>
                  <a:t>90</a:t>
                </a:r>
                <a:endParaRPr dirty="0"/>
              </a:p>
            </p:txBody>
          </p:sp>
          <p:sp>
            <p:nvSpPr>
              <p:cNvPr id="2114" name="Circle"/>
              <p:cNvSpPr/>
              <p:nvPr/>
            </p:nvSpPr>
            <p:spPr>
              <a:xfrm>
                <a:off x="0" y="0"/>
                <a:ext cx="967005" cy="967005"/>
              </a:xfrm>
              <a:prstGeom prst="ellips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>
                  <a:lnSpc>
                    <a:spcPct val="100000"/>
                  </a:lnSpc>
                  <a:spcBef>
                    <a:spcPts val="0"/>
                  </a:spcBef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/>
              </a:p>
            </p:txBody>
          </p:sp>
        </p:grpSp>
      </p:grpSp>
      <p:grpSp>
        <p:nvGrpSpPr>
          <p:cNvPr id="63" name="Group">
            <a:extLst>
              <a:ext uri="{FF2B5EF4-FFF2-40B4-BE49-F238E27FC236}">
                <a16:creationId xmlns:a16="http://schemas.microsoft.com/office/drawing/2014/main" id="{4ECBBCB5-8629-4EAB-B276-C12FA264C276}"/>
              </a:ext>
            </a:extLst>
          </p:cNvPr>
          <p:cNvGrpSpPr/>
          <p:nvPr/>
        </p:nvGrpSpPr>
        <p:grpSpPr>
          <a:xfrm>
            <a:off x="1016871" y="8321748"/>
            <a:ext cx="4237787" cy="1723228"/>
            <a:chOff x="0" y="-1"/>
            <a:chExt cx="4237785" cy="1723226"/>
          </a:xfrm>
        </p:grpSpPr>
        <p:pic>
          <p:nvPicPr>
            <p:cNvPr id="70" name="Rectangle Rectangle" descr="Rectangle Rectangle">
              <a:extLst>
                <a:ext uri="{FF2B5EF4-FFF2-40B4-BE49-F238E27FC236}">
                  <a16:creationId xmlns:a16="http://schemas.microsoft.com/office/drawing/2014/main" id="{9D0B7304-2B73-468F-BF82-C3FEDE80AF40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76" name="Rectangle Rectangle" descr="Rectangle Rectangle">
              <a:extLst>
                <a:ext uri="{FF2B5EF4-FFF2-40B4-BE49-F238E27FC236}">
                  <a16:creationId xmlns:a16="http://schemas.microsoft.com/office/drawing/2014/main" id="{26CF4D83-3653-4199-97A9-249B38F8C24D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  <p:pic>
          <p:nvPicPr>
            <p:cNvPr id="75" name="Rectangle Rectangle" descr="Rectangle Rectangle">
              <a:extLst>
                <a:ext uri="{FF2B5EF4-FFF2-40B4-BE49-F238E27FC236}">
                  <a16:creationId xmlns:a16="http://schemas.microsoft.com/office/drawing/2014/main" id="{F63C3C54-C650-45BA-98C3-1344D6A8A848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sp>
          <p:nvSpPr>
            <p:cNvPr id="64" name="None">
              <a:extLst>
                <a:ext uri="{FF2B5EF4-FFF2-40B4-BE49-F238E27FC236}">
                  <a16:creationId xmlns:a16="http://schemas.microsoft.com/office/drawing/2014/main" id="{E0735093-1F1A-4F66-A3C6-6EA644A30D86}"/>
                </a:ext>
              </a:extLst>
            </p:cNvPr>
            <p:cNvSpPr txBox="1"/>
            <p:nvPr/>
          </p:nvSpPr>
          <p:spPr>
            <a:xfrm>
              <a:off x="190500" y="559345"/>
              <a:ext cx="1001877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7AD0</a:t>
              </a:r>
            </a:p>
          </p:txBody>
        </p:sp>
        <p:sp>
          <p:nvSpPr>
            <p:cNvPr id="65" name="20">
              <a:extLst>
                <a:ext uri="{FF2B5EF4-FFF2-40B4-BE49-F238E27FC236}">
                  <a16:creationId xmlns:a16="http://schemas.microsoft.com/office/drawing/2014/main" id="{F082B54D-87B6-4AAB-B8B8-D1291A84AC66}"/>
                </a:ext>
              </a:extLst>
            </p:cNvPr>
            <p:cNvSpPr txBox="1"/>
            <p:nvPr/>
          </p:nvSpPr>
          <p:spPr>
            <a:xfrm>
              <a:off x="1353866" y="593741"/>
              <a:ext cx="503343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8</a:t>
              </a:r>
              <a:r>
                <a:rPr dirty="0"/>
                <a:t>0</a:t>
              </a:r>
            </a:p>
          </p:txBody>
        </p:sp>
        <p:sp>
          <p:nvSpPr>
            <p:cNvPr id="66" name="esquerda">
              <a:extLst>
                <a:ext uri="{FF2B5EF4-FFF2-40B4-BE49-F238E27FC236}">
                  <a16:creationId xmlns:a16="http://schemas.microsoft.com/office/drawing/2014/main" id="{CF0610EE-38C8-4B05-A2AA-0908E0F7D461}"/>
                </a:ext>
              </a:extLst>
            </p:cNvPr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67" name="valor">
              <a:extLst>
                <a:ext uri="{FF2B5EF4-FFF2-40B4-BE49-F238E27FC236}">
                  <a16:creationId xmlns:a16="http://schemas.microsoft.com/office/drawing/2014/main" id="{DF6E8F11-1A7A-41AF-9BA3-667B689CDAAB}"/>
                </a:ext>
              </a:extLst>
            </p:cNvPr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68" name="direita">
              <a:extLst>
                <a:ext uri="{FF2B5EF4-FFF2-40B4-BE49-F238E27FC236}">
                  <a16:creationId xmlns:a16="http://schemas.microsoft.com/office/drawing/2014/main" id="{D6623BC9-2BEF-40FA-8922-EF11E132F8E1}"/>
                </a:ext>
              </a:extLst>
            </p:cNvPr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69" name="Altura">
              <a:extLst>
                <a:ext uri="{FF2B5EF4-FFF2-40B4-BE49-F238E27FC236}">
                  <a16:creationId xmlns:a16="http://schemas.microsoft.com/office/drawing/2014/main" id="{6E0842B8-765F-4680-B5BE-D7F4963F406B}"/>
                </a:ext>
              </a:extLst>
            </p:cNvPr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71" name="Rectangle Rectangle" descr="Rectangle Rectangle">
              <a:extLst>
                <a:ext uri="{FF2B5EF4-FFF2-40B4-BE49-F238E27FC236}">
                  <a16:creationId xmlns:a16="http://schemas.microsoft.com/office/drawing/2014/main" id="{AD87893E-B31B-4376-B4C1-BD78C89E9C79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7506" y="433011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72" name="end.: fa55">
              <a:extLst>
                <a:ext uri="{FF2B5EF4-FFF2-40B4-BE49-F238E27FC236}">
                  <a16:creationId xmlns:a16="http://schemas.microsoft.com/office/drawing/2014/main" id="{9BA7C670-A181-45BA-B5B7-34D134B8F9AA}"/>
                </a:ext>
              </a:extLst>
            </p:cNvPr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73" name="None">
              <a:extLst>
                <a:ext uri="{FF2B5EF4-FFF2-40B4-BE49-F238E27FC236}">
                  <a16:creationId xmlns:a16="http://schemas.microsoft.com/office/drawing/2014/main" id="{F354D9EE-B1B1-4A90-AFF6-0AB293C892FC}"/>
                </a:ext>
              </a:extLst>
            </p:cNvPr>
            <p:cNvSpPr txBox="1"/>
            <p:nvPr/>
          </p:nvSpPr>
          <p:spPr>
            <a:xfrm>
              <a:off x="2256357" y="559345"/>
              <a:ext cx="891270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b="1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None</a:t>
              </a:r>
              <a:endParaRPr dirty="0"/>
            </a:p>
          </p:txBody>
        </p:sp>
        <p:sp>
          <p:nvSpPr>
            <p:cNvPr id="74" name="1">
              <a:extLst>
                <a:ext uri="{FF2B5EF4-FFF2-40B4-BE49-F238E27FC236}">
                  <a16:creationId xmlns:a16="http://schemas.microsoft.com/office/drawing/2014/main" id="{25115FA9-FF07-4B84-82A3-2AD647463CAC}"/>
                </a:ext>
              </a:extLst>
            </p:cNvPr>
            <p:cNvSpPr txBox="1"/>
            <p:nvPr/>
          </p:nvSpPr>
          <p:spPr>
            <a:xfrm>
              <a:off x="3394323" y="593741"/>
              <a:ext cx="302968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2</a:t>
              </a:r>
              <a:endParaRPr dirty="0"/>
            </a:p>
          </p:txBody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9FC41EFD-3645-4BE8-9E8A-24F1A172BD56}"/>
              </a:ext>
            </a:extLst>
          </p:cNvPr>
          <p:cNvSpPr txBox="1"/>
          <p:nvPr/>
        </p:nvSpPr>
        <p:spPr>
          <a:xfrm>
            <a:off x="6815011" y="6030259"/>
            <a:ext cx="846768" cy="90127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pt-BR" sz="16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t>Fa55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515CCE6-2D72-41C0-B14E-D5E81D6F8EBB}"/>
              </a:ext>
            </a:extLst>
          </p:cNvPr>
          <p:cNvSpPr/>
          <p:nvPr/>
        </p:nvSpPr>
        <p:spPr>
          <a:xfrm>
            <a:off x="10684224" y="6349912"/>
            <a:ext cx="582211" cy="2862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>
                <a:solidFill>
                  <a:schemeClr val="tx1"/>
                </a:solidFill>
                <a:latin typeface="Consolas" panose="020B0609020204030204" pitchFamily="49" charset="0"/>
              </a:rPr>
              <a:t>B820</a:t>
            </a:r>
            <a:endParaRPr lang="pt-BR" sz="14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2801250-5ED7-4048-A999-C13CB8AB0075}"/>
              </a:ext>
            </a:extLst>
          </p:cNvPr>
          <p:cNvSpPr/>
          <p:nvPr/>
        </p:nvSpPr>
        <p:spPr>
          <a:xfrm>
            <a:off x="9783448" y="4248274"/>
            <a:ext cx="633507" cy="3139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600" b="1" dirty="0">
                <a:solidFill>
                  <a:schemeClr val="tx1"/>
                </a:solidFill>
                <a:latin typeface="Consolas" panose="020B0609020204030204" pitchFamily="49" charset="0"/>
              </a:rPr>
              <a:t>e070</a:t>
            </a:r>
          </a:p>
        </p:txBody>
      </p:sp>
      <p:sp>
        <p:nvSpPr>
          <p:cNvPr id="80" name="Circle">
            <a:extLst>
              <a:ext uri="{FF2B5EF4-FFF2-40B4-BE49-F238E27FC236}">
                <a16:creationId xmlns:a16="http://schemas.microsoft.com/office/drawing/2014/main" id="{5D56C59F-926B-4BFC-9C05-AD2E68794FBC}"/>
              </a:ext>
            </a:extLst>
          </p:cNvPr>
          <p:cNvSpPr/>
          <p:nvPr/>
        </p:nvSpPr>
        <p:spPr>
          <a:xfrm>
            <a:off x="8767183" y="7566105"/>
            <a:ext cx="967008" cy="967008"/>
          </a:xfrm>
          <a:prstGeom prst="ellips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81" name="100">
            <a:extLst>
              <a:ext uri="{FF2B5EF4-FFF2-40B4-BE49-F238E27FC236}">
                <a16:creationId xmlns:a16="http://schemas.microsoft.com/office/drawing/2014/main" id="{65BD8A24-80CC-446B-815C-824FC5DB3CEF}"/>
              </a:ext>
            </a:extLst>
          </p:cNvPr>
          <p:cNvSpPr txBox="1"/>
          <p:nvPr/>
        </p:nvSpPr>
        <p:spPr>
          <a:xfrm>
            <a:off x="8973851" y="7911144"/>
            <a:ext cx="528991" cy="5180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dirty="0"/>
              <a:t>80</a:t>
            </a:r>
            <a:endParaRPr dirty="0"/>
          </a:p>
        </p:txBody>
      </p:sp>
      <p:sp>
        <p:nvSpPr>
          <p:cNvPr id="82" name="100">
            <a:extLst>
              <a:ext uri="{FF2B5EF4-FFF2-40B4-BE49-F238E27FC236}">
                <a16:creationId xmlns:a16="http://schemas.microsoft.com/office/drawing/2014/main" id="{4CD27095-7C63-4B0F-A6C2-3B5ABA17CD35}"/>
              </a:ext>
            </a:extLst>
          </p:cNvPr>
          <p:cNvSpPr txBox="1"/>
          <p:nvPr/>
        </p:nvSpPr>
        <p:spPr>
          <a:xfrm flipH="1">
            <a:off x="8260370" y="8309133"/>
            <a:ext cx="1109437" cy="12890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sz="1400" dirty="0"/>
              <a:t>B6F0</a:t>
            </a:r>
            <a:endParaRPr lang="pt-BR" sz="1400" b="1" dirty="0"/>
          </a:p>
          <a:p>
            <a:endParaRPr dirty="0"/>
          </a:p>
        </p:txBody>
      </p:sp>
      <p:pic>
        <p:nvPicPr>
          <p:cNvPr id="83" name="Line Line" descr="Line Line">
            <a:extLst>
              <a:ext uri="{FF2B5EF4-FFF2-40B4-BE49-F238E27FC236}">
                <a16:creationId xmlns:a16="http://schemas.microsoft.com/office/drawing/2014/main" id="{02570A43-8449-41FA-BCE7-901EC6DF0374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7714573">
            <a:off x="9099075" y="7089262"/>
            <a:ext cx="1208158" cy="76201"/>
          </a:xfrm>
          <a:prstGeom prst="rect">
            <a:avLst/>
          </a:prstGeom>
          <a:effectLst/>
        </p:spPr>
      </p:pic>
      <p:grpSp>
        <p:nvGrpSpPr>
          <p:cNvPr id="84" name="Group">
            <a:extLst>
              <a:ext uri="{FF2B5EF4-FFF2-40B4-BE49-F238E27FC236}">
                <a16:creationId xmlns:a16="http://schemas.microsoft.com/office/drawing/2014/main" id="{51E0CA49-F2B5-4503-A549-3DA77FF75F4E}"/>
              </a:ext>
            </a:extLst>
          </p:cNvPr>
          <p:cNvGrpSpPr/>
          <p:nvPr/>
        </p:nvGrpSpPr>
        <p:grpSpPr>
          <a:xfrm>
            <a:off x="1048652" y="10217199"/>
            <a:ext cx="4237787" cy="1723228"/>
            <a:chOff x="0" y="-1"/>
            <a:chExt cx="4237785" cy="1723226"/>
          </a:xfrm>
        </p:grpSpPr>
        <p:pic>
          <p:nvPicPr>
            <p:cNvPr id="96" name="Rectangle Rectangle" descr="Rectangle Rectangle">
              <a:extLst>
                <a:ext uri="{FF2B5EF4-FFF2-40B4-BE49-F238E27FC236}">
                  <a16:creationId xmlns:a16="http://schemas.microsoft.com/office/drawing/2014/main" id="{CE4C87F2-0DB5-481E-BD58-D4AB58C7BA15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97" name="Rectangle Rectangle" descr="Rectangle Rectangle">
              <a:extLst>
                <a:ext uri="{FF2B5EF4-FFF2-40B4-BE49-F238E27FC236}">
                  <a16:creationId xmlns:a16="http://schemas.microsoft.com/office/drawing/2014/main" id="{EA6C9807-3869-454F-A0BF-E2D6EF272463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  <p:pic>
          <p:nvPicPr>
            <p:cNvPr id="91" name="Rectangle Rectangle" descr="Rectangle Rectangle">
              <a:extLst>
                <a:ext uri="{FF2B5EF4-FFF2-40B4-BE49-F238E27FC236}">
                  <a16:creationId xmlns:a16="http://schemas.microsoft.com/office/drawing/2014/main" id="{051CECF2-D911-40EA-B94D-6081F8164933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92" name="Rectangle Rectangle" descr="Rectangle Rectangle">
              <a:extLst>
                <a:ext uri="{FF2B5EF4-FFF2-40B4-BE49-F238E27FC236}">
                  <a16:creationId xmlns:a16="http://schemas.microsoft.com/office/drawing/2014/main" id="{C04B212A-4E45-4003-AEEF-EE11C68E808B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7506" y="433011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85" name="None">
              <a:extLst>
                <a:ext uri="{FF2B5EF4-FFF2-40B4-BE49-F238E27FC236}">
                  <a16:creationId xmlns:a16="http://schemas.microsoft.com/office/drawing/2014/main" id="{1175FA53-709E-4BBC-90FF-EFAEFAFAEFBE}"/>
                </a:ext>
              </a:extLst>
            </p:cNvPr>
            <p:cNvSpPr txBox="1"/>
            <p:nvPr/>
          </p:nvSpPr>
          <p:spPr>
            <a:xfrm>
              <a:off x="190500" y="559345"/>
              <a:ext cx="961802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B6F0</a:t>
              </a:r>
            </a:p>
          </p:txBody>
        </p:sp>
        <p:sp>
          <p:nvSpPr>
            <p:cNvPr id="86" name="20">
              <a:extLst>
                <a:ext uri="{FF2B5EF4-FFF2-40B4-BE49-F238E27FC236}">
                  <a16:creationId xmlns:a16="http://schemas.microsoft.com/office/drawing/2014/main" id="{F11F6458-81D5-4CFF-B4A3-11CD8806AA75}"/>
                </a:ext>
              </a:extLst>
            </p:cNvPr>
            <p:cNvSpPr txBox="1"/>
            <p:nvPr/>
          </p:nvSpPr>
          <p:spPr>
            <a:xfrm>
              <a:off x="1353866" y="593741"/>
              <a:ext cx="503343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9</a:t>
              </a:r>
              <a:r>
                <a:rPr dirty="0"/>
                <a:t>0</a:t>
              </a:r>
            </a:p>
          </p:txBody>
        </p:sp>
        <p:sp>
          <p:nvSpPr>
            <p:cNvPr id="87" name="esquerda">
              <a:extLst>
                <a:ext uri="{FF2B5EF4-FFF2-40B4-BE49-F238E27FC236}">
                  <a16:creationId xmlns:a16="http://schemas.microsoft.com/office/drawing/2014/main" id="{5D92BA2C-FD68-4044-996D-392C07596608}"/>
                </a:ext>
              </a:extLst>
            </p:cNvPr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88" name="valor">
              <a:extLst>
                <a:ext uri="{FF2B5EF4-FFF2-40B4-BE49-F238E27FC236}">
                  <a16:creationId xmlns:a16="http://schemas.microsoft.com/office/drawing/2014/main" id="{B82EC5D2-4C1D-41A8-853B-766EBB8AAD74}"/>
                </a:ext>
              </a:extLst>
            </p:cNvPr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89" name="direita">
              <a:extLst>
                <a:ext uri="{FF2B5EF4-FFF2-40B4-BE49-F238E27FC236}">
                  <a16:creationId xmlns:a16="http://schemas.microsoft.com/office/drawing/2014/main" id="{B72A4BF5-7E33-4C24-9EFE-AD66C9EFDC37}"/>
                </a:ext>
              </a:extLst>
            </p:cNvPr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90" name="Altura">
              <a:extLst>
                <a:ext uri="{FF2B5EF4-FFF2-40B4-BE49-F238E27FC236}">
                  <a16:creationId xmlns:a16="http://schemas.microsoft.com/office/drawing/2014/main" id="{4D8E222E-7223-4565-B9F7-E1A61A883B51}"/>
                </a:ext>
              </a:extLst>
            </p:cNvPr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sp>
          <p:nvSpPr>
            <p:cNvPr id="93" name="end.: fa55">
              <a:extLst>
                <a:ext uri="{FF2B5EF4-FFF2-40B4-BE49-F238E27FC236}">
                  <a16:creationId xmlns:a16="http://schemas.microsoft.com/office/drawing/2014/main" id="{1E81D892-7261-45EC-BA3A-7580EA8BA699}"/>
                </a:ext>
              </a:extLst>
            </p:cNvPr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94" name="None">
              <a:extLst>
                <a:ext uri="{FF2B5EF4-FFF2-40B4-BE49-F238E27FC236}">
                  <a16:creationId xmlns:a16="http://schemas.microsoft.com/office/drawing/2014/main" id="{A5059722-00B2-4961-A512-7EAD0D17CEAB}"/>
                </a:ext>
              </a:extLst>
            </p:cNvPr>
            <p:cNvSpPr txBox="1"/>
            <p:nvPr/>
          </p:nvSpPr>
          <p:spPr>
            <a:xfrm>
              <a:off x="2256357" y="559345"/>
              <a:ext cx="904094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a310</a:t>
              </a:r>
            </a:p>
          </p:txBody>
        </p:sp>
        <p:sp>
          <p:nvSpPr>
            <p:cNvPr id="95" name="1">
              <a:extLst>
                <a:ext uri="{FF2B5EF4-FFF2-40B4-BE49-F238E27FC236}">
                  <a16:creationId xmlns:a16="http://schemas.microsoft.com/office/drawing/2014/main" id="{92CB6952-C126-4789-AE1C-D62682207446}"/>
                </a:ext>
              </a:extLst>
            </p:cNvPr>
            <p:cNvSpPr txBox="1"/>
            <p:nvPr/>
          </p:nvSpPr>
          <p:spPr>
            <a:xfrm>
              <a:off x="3394323" y="593741"/>
              <a:ext cx="302968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3</a:t>
              </a:r>
              <a:endParaRPr dirty="0"/>
            </a:p>
          </p:txBody>
        </p:sp>
      </p:grpSp>
      <p:sp>
        <p:nvSpPr>
          <p:cNvPr id="100" name="Circle">
            <a:extLst>
              <a:ext uri="{FF2B5EF4-FFF2-40B4-BE49-F238E27FC236}">
                <a16:creationId xmlns:a16="http://schemas.microsoft.com/office/drawing/2014/main" id="{15DA2475-8C36-4194-B84A-B6AA098443EA}"/>
              </a:ext>
            </a:extLst>
          </p:cNvPr>
          <p:cNvSpPr/>
          <p:nvPr/>
        </p:nvSpPr>
        <p:spPr>
          <a:xfrm>
            <a:off x="10763679" y="7467519"/>
            <a:ext cx="967008" cy="967008"/>
          </a:xfrm>
          <a:prstGeom prst="ellips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101" name="100">
            <a:extLst>
              <a:ext uri="{FF2B5EF4-FFF2-40B4-BE49-F238E27FC236}">
                <a16:creationId xmlns:a16="http://schemas.microsoft.com/office/drawing/2014/main" id="{8BCF8DF5-1704-407A-9D66-815A1A4A3B88}"/>
              </a:ext>
            </a:extLst>
          </p:cNvPr>
          <p:cNvSpPr txBox="1"/>
          <p:nvPr/>
        </p:nvSpPr>
        <p:spPr>
          <a:xfrm>
            <a:off x="10860826" y="7718801"/>
            <a:ext cx="772713" cy="5180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dirty="0"/>
              <a:t>100</a:t>
            </a:r>
            <a:endParaRPr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C6F005C1-DC18-4F45-B44D-7D548014603E}"/>
              </a:ext>
            </a:extLst>
          </p:cNvPr>
          <p:cNvSpPr/>
          <p:nvPr/>
        </p:nvSpPr>
        <p:spPr>
          <a:xfrm>
            <a:off x="11229470" y="8458628"/>
            <a:ext cx="582211" cy="2862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dirty="0"/>
              <a:t>a310</a:t>
            </a:r>
            <a:endParaRPr lang="pt-BR" sz="1400" b="1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pic>
        <p:nvPicPr>
          <p:cNvPr id="107" name="Line Line" descr="Line Line">
            <a:extLst>
              <a:ext uri="{FF2B5EF4-FFF2-40B4-BE49-F238E27FC236}">
                <a16:creationId xmlns:a16="http://schemas.microsoft.com/office/drawing/2014/main" id="{8F9D94AE-125F-4943-A51A-DB8505B7308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3771734">
            <a:off x="10222033" y="7029210"/>
            <a:ext cx="1208158" cy="76201"/>
          </a:xfrm>
          <a:prstGeom prst="rect">
            <a:avLst/>
          </a:prstGeom>
          <a:effectLst/>
        </p:spPr>
      </p:pic>
      <p:sp>
        <p:nvSpPr>
          <p:cNvPr id="102" name="def adicionar_no(self, valor):…">
            <a:extLst>
              <a:ext uri="{FF2B5EF4-FFF2-40B4-BE49-F238E27FC236}">
                <a16:creationId xmlns:a16="http://schemas.microsoft.com/office/drawing/2014/main" id="{542798D6-4874-4CCF-BF46-4A08251301BA}"/>
              </a:ext>
            </a:extLst>
          </p:cNvPr>
          <p:cNvSpPr txBox="1"/>
          <p:nvPr/>
        </p:nvSpPr>
        <p:spPr>
          <a:xfrm>
            <a:off x="12817537" y="5536087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 err="1"/>
              <a:t>adicionar_no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>
                <a:solidFill>
                  <a:srgbClr val="0033B3"/>
                </a:solidFill>
              </a:rPr>
              <a:t>if 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/>
              <a:t>.vazia</a:t>
            </a:r>
            <a:r>
              <a:rPr dirty="0"/>
              <a:t>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    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>
                <a:solidFill>
                  <a:srgbClr val="080808"/>
                </a:solidFill>
              </a:rPr>
              <a:t>.raiz</a:t>
            </a:r>
            <a:r>
              <a:rPr dirty="0">
                <a:solidFill>
                  <a:srgbClr val="080808"/>
                </a:solidFill>
              </a:rPr>
              <a:t> = </a:t>
            </a:r>
            <a:r>
              <a:rPr i="1" dirty="0">
                <a:solidFill>
                  <a:srgbClr val="000000"/>
                </a:solidFill>
              </a:rPr>
              <a:t>No(valor)</a:t>
            </a:r>
            <a:endParaRPr i="1"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 dirty="0"/>
              <a:t>    </a:t>
            </a:r>
            <a:r>
              <a:rPr dirty="0">
                <a:solidFill>
                  <a:srgbClr val="0033B3"/>
                </a:solidFill>
              </a:rPr>
              <a:t>else</a:t>
            </a:r>
            <a:r>
              <a:rPr dirty="0"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    </a:t>
            </a:r>
            <a:r>
              <a:rPr dirty="0">
                <a:solidFill>
                  <a:srgbClr val="011480"/>
                </a:solidFill>
              </a:rPr>
              <a:t>print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/>
              <a:t>f"----- </a:t>
            </a:r>
            <a:r>
              <a:rPr dirty="0" err="1"/>
              <a:t>Adicionando</a:t>
            </a:r>
            <a:r>
              <a:rPr dirty="0"/>
              <a:t> </a:t>
            </a:r>
            <a:r>
              <a:rPr dirty="0" err="1"/>
              <a:t>Nó</a:t>
            </a:r>
            <a:r>
              <a:rPr dirty="0"/>
              <a:t> Folha: </a:t>
            </a:r>
            <a:r>
              <a:rPr dirty="0">
                <a:solidFill>
                  <a:srgbClr val="0137A6"/>
                </a:solidFill>
              </a:rPr>
              <a:t>{</a:t>
            </a:r>
            <a:r>
              <a:rPr dirty="0">
                <a:solidFill>
                  <a:srgbClr val="080808"/>
                </a:solidFill>
              </a:rPr>
              <a:t>valor</a:t>
            </a:r>
            <a:r>
              <a:rPr dirty="0">
                <a:solidFill>
                  <a:srgbClr val="0137A6"/>
                </a:solidFill>
              </a:rPr>
              <a:t>}</a:t>
            </a:r>
            <a:r>
              <a:rPr dirty="0"/>
              <a:t> ------"</a:t>
            </a:r>
            <a:r>
              <a:rPr dirty="0"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/>
              <a:t>.raiz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adicionar_no_folha</a:t>
            </a:r>
            <a:r>
              <a:rPr dirty="0"/>
              <a:t>(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/>
              <a:t>.raiz</a:t>
            </a:r>
            <a:r>
              <a:rPr dirty="0"/>
              <a:t>, valor)</a:t>
            </a:r>
          </a:p>
        </p:txBody>
      </p:sp>
      <p:sp>
        <p:nvSpPr>
          <p:cNvPr id="103" name="def _adicionar_no_folha(self, no_atual, valor):…">
            <a:extLst>
              <a:ext uri="{FF2B5EF4-FFF2-40B4-BE49-F238E27FC236}">
                <a16:creationId xmlns:a16="http://schemas.microsoft.com/office/drawing/2014/main" id="{31912D40-A3A0-4816-9745-17BC414A8DA7}"/>
              </a:ext>
            </a:extLst>
          </p:cNvPr>
          <p:cNvSpPr txBox="1"/>
          <p:nvPr/>
        </p:nvSpPr>
        <p:spPr>
          <a:xfrm>
            <a:off x="11027780" y="9422409"/>
            <a:ext cx="13356220" cy="32419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>
                <a:solidFill>
                  <a:srgbClr val="00627A"/>
                </a:solidFill>
              </a:rPr>
              <a:t>_</a:t>
            </a:r>
            <a:r>
              <a:rPr dirty="0" err="1">
                <a:solidFill>
                  <a:srgbClr val="00627A"/>
                </a:solidFill>
              </a:rPr>
              <a:t>adicionar_no_folha</a:t>
            </a:r>
            <a:r>
              <a:rPr dirty="0"/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, </a:t>
            </a:r>
            <a:r>
              <a:rPr dirty="0" err="1"/>
              <a:t>no_atual</a:t>
            </a:r>
            <a:r>
              <a:rPr dirty="0"/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</a:t>
            </a:r>
            <a:r>
              <a:rPr dirty="0">
                <a:solidFill>
                  <a:srgbClr val="0033B3"/>
                </a:solidFill>
              </a:rPr>
              <a:t>if not </a:t>
            </a:r>
            <a:r>
              <a:rPr dirty="0" err="1"/>
              <a:t>no_atual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>
                <a:solidFill>
                  <a:srgbClr val="000000"/>
                </a:solidFill>
              </a:rPr>
              <a:t>No(valor)</a:t>
            </a:r>
            <a:endParaRPr i="1"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 dirty="0">
                <a:solidFill>
                  <a:srgbClr val="8C8C8C"/>
                </a:solidFill>
              </a:rPr>
              <a:t>    </a:t>
            </a:r>
            <a:r>
              <a:rPr dirty="0" err="1">
                <a:solidFill>
                  <a:srgbClr val="0033B3"/>
                </a:solidFill>
              </a:rPr>
              <a:t>elif</a:t>
            </a:r>
            <a:r>
              <a:rPr dirty="0">
                <a:solidFill>
                  <a:srgbClr val="0033B3"/>
                </a:solidFill>
              </a:rPr>
              <a:t> </a:t>
            </a:r>
            <a:r>
              <a:rPr dirty="0"/>
              <a:t>valor &lt; </a:t>
            </a:r>
            <a:r>
              <a:rPr dirty="0" err="1"/>
              <a:t>no_atual.valor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 err="1"/>
              <a:t>no_atual.esquerda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adicionar_no_folha</a:t>
            </a:r>
            <a:r>
              <a:rPr dirty="0"/>
              <a:t>(</a:t>
            </a:r>
            <a:r>
              <a:rPr dirty="0" err="1"/>
              <a:t>no_atual.esquerda</a:t>
            </a:r>
            <a:r>
              <a:rPr dirty="0"/>
              <a:t>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>
                <a:solidFill>
                  <a:srgbClr val="0033B3"/>
                </a:solidFill>
              </a:rPr>
              <a:t>else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 err="1"/>
              <a:t>no_atual.direita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adicionar_no_folha</a:t>
            </a:r>
            <a:r>
              <a:rPr dirty="0"/>
              <a:t>(</a:t>
            </a:r>
            <a:r>
              <a:rPr dirty="0" err="1"/>
              <a:t>no_atual.direita</a:t>
            </a:r>
            <a:r>
              <a:rPr dirty="0"/>
              <a:t>, valor)</a:t>
            </a:r>
          </a:p>
        </p:txBody>
      </p:sp>
      <p:sp>
        <p:nvSpPr>
          <p:cNvPr id="105" name="def _balanceamento(self, no):…">
            <a:extLst>
              <a:ext uri="{FF2B5EF4-FFF2-40B4-BE49-F238E27FC236}">
                <a16:creationId xmlns:a16="http://schemas.microsoft.com/office/drawing/2014/main" id="{73C2BD92-6C7E-46A6-A740-CAA2CD799D6C}"/>
              </a:ext>
            </a:extLst>
          </p:cNvPr>
          <p:cNvSpPr txBox="1"/>
          <p:nvPr/>
        </p:nvSpPr>
        <p:spPr>
          <a:xfrm>
            <a:off x="12192000" y="703323"/>
            <a:ext cx="10677340" cy="142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/>
              <a:t>_</a:t>
            </a:r>
            <a:r>
              <a:rPr dirty="0" err="1"/>
              <a:t>balanceamento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</a:t>
            </a:r>
            <a:r>
              <a:rPr dirty="0"/>
              <a:t>if not </a:t>
            </a:r>
            <a:r>
              <a:rPr dirty="0"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1750EB"/>
                </a:solidFill>
              </a:rPr>
              <a:t>    </a:t>
            </a:r>
            <a:r>
              <a:rPr dirty="0">
                <a:solidFill>
                  <a:schemeClr val="accent1">
                    <a:hueOff val="114395"/>
                    <a:lumOff val="-24975"/>
                  </a:schemeClr>
                </a:solidFill>
              </a:rPr>
              <a:t>return</a:t>
            </a:r>
            <a:r>
              <a:rPr dirty="0"/>
              <a:t>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altura</a:t>
            </a:r>
            <a:r>
              <a:rPr dirty="0"/>
              <a:t>(</a:t>
            </a:r>
            <a:r>
              <a:rPr dirty="0" err="1"/>
              <a:t>no.direita</a:t>
            </a:r>
            <a:r>
              <a:rPr dirty="0"/>
              <a:t>) -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altura</a:t>
            </a:r>
            <a:r>
              <a:rPr dirty="0"/>
              <a:t>(</a:t>
            </a:r>
            <a:r>
              <a:rPr dirty="0" err="1"/>
              <a:t>no.esquerda</a:t>
            </a:r>
            <a:r>
              <a:rPr dirty="0"/>
              <a:t>)</a:t>
            </a:r>
          </a:p>
        </p:txBody>
      </p:sp>
      <p:sp>
        <p:nvSpPr>
          <p:cNvPr id="108" name="def _altura(self, no):…">
            <a:extLst>
              <a:ext uri="{FF2B5EF4-FFF2-40B4-BE49-F238E27FC236}">
                <a16:creationId xmlns:a16="http://schemas.microsoft.com/office/drawing/2014/main" id="{82DDF0E9-DB36-46DA-8401-18D96FD66286}"/>
              </a:ext>
            </a:extLst>
          </p:cNvPr>
          <p:cNvSpPr txBox="1"/>
          <p:nvPr/>
        </p:nvSpPr>
        <p:spPr>
          <a:xfrm>
            <a:off x="13100310" y="3064440"/>
            <a:ext cx="3802982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/>
              <a:t>_</a:t>
            </a:r>
            <a:r>
              <a:rPr dirty="0" err="1"/>
              <a:t>altura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</a:t>
            </a:r>
            <a:r>
              <a:rPr dirty="0"/>
              <a:t>if not </a:t>
            </a:r>
            <a:r>
              <a:rPr dirty="0"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1750EB"/>
                </a:solidFill>
              </a:rPr>
              <a:t>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 err="1"/>
              <a:t>no.altura</a:t>
            </a:r>
            <a:endParaRPr dirty="0"/>
          </a:p>
        </p:txBody>
      </p:sp>
      <p:grpSp>
        <p:nvGrpSpPr>
          <p:cNvPr id="109" name="Group">
            <a:extLst>
              <a:ext uri="{FF2B5EF4-FFF2-40B4-BE49-F238E27FC236}">
                <a16:creationId xmlns:a16="http://schemas.microsoft.com/office/drawing/2014/main" id="{800279F3-2D40-4EB7-BF42-3353F2CD5F75}"/>
              </a:ext>
            </a:extLst>
          </p:cNvPr>
          <p:cNvGrpSpPr/>
          <p:nvPr/>
        </p:nvGrpSpPr>
        <p:grpSpPr>
          <a:xfrm>
            <a:off x="1010633" y="12121945"/>
            <a:ext cx="4237787" cy="1723228"/>
            <a:chOff x="0" y="-1"/>
            <a:chExt cx="4237785" cy="1723226"/>
          </a:xfrm>
        </p:grpSpPr>
        <p:pic>
          <p:nvPicPr>
            <p:cNvPr id="110" name="Rectangle Rectangle" descr="Rectangle Rectangle">
              <a:extLst>
                <a:ext uri="{FF2B5EF4-FFF2-40B4-BE49-F238E27FC236}">
                  <a16:creationId xmlns:a16="http://schemas.microsoft.com/office/drawing/2014/main" id="{FACB0EC6-BBA3-4389-BFEE-90A5AD1E288B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11" name="Rectangle Rectangle" descr="Rectangle Rectangle">
              <a:extLst>
                <a:ext uri="{FF2B5EF4-FFF2-40B4-BE49-F238E27FC236}">
                  <a16:creationId xmlns:a16="http://schemas.microsoft.com/office/drawing/2014/main" id="{025E55B4-9F16-48FD-BE4D-7FA3AD87AA92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  <p:pic>
          <p:nvPicPr>
            <p:cNvPr id="112" name="Rectangle Rectangle" descr="Rectangle Rectangle">
              <a:extLst>
                <a:ext uri="{FF2B5EF4-FFF2-40B4-BE49-F238E27FC236}">
                  <a16:creationId xmlns:a16="http://schemas.microsoft.com/office/drawing/2014/main" id="{C78954AC-20FE-412F-8922-A54B73B8D894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13" name="Rectangle Rectangle" descr="Rectangle Rectangle">
              <a:extLst>
                <a:ext uri="{FF2B5EF4-FFF2-40B4-BE49-F238E27FC236}">
                  <a16:creationId xmlns:a16="http://schemas.microsoft.com/office/drawing/2014/main" id="{5E96C899-20B9-4671-98D8-FAB505E702D5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7506" y="433011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14" name="None">
              <a:extLst>
                <a:ext uri="{FF2B5EF4-FFF2-40B4-BE49-F238E27FC236}">
                  <a16:creationId xmlns:a16="http://schemas.microsoft.com/office/drawing/2014/main" id="{2BF68B7A-05CC-470B-8A08-BBA89B306989}"/>
                </a:ext>
              </a:extLst>
            </p:cNvPr>
            <p:cNvSpPr txBox="1"/>
            <p:nvPr/>
          </p:nvSpPr>
          <p:spPr>
            <a:xfrm>
              <a:off x="190500" y="559345"/>
              <a:ext cx="963405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 err="1"/>
                <a:t>None</a:t>
              </a:r>
              <a:endParaRPr lang="pt-BR" dirty="0"/>
            </a:p>
          </p:txBody>
        </p:sp>
        <p:sp>
          <p:nvSpPr>
            <p:cNvPr id="115" name="20">
              <a:extLst>
                <a:ext uri="{FF2B5EF4-FFF2-40B4-BE49-F238E27FC236}">
                  <a16:creationId xmlns:a16="http://schemas.microsoft.com/office/drawing/2014/main" id="{B1538378-FFB8-46AC-AB24-3094828726F4}"/>
                </a:ext>
              </a:extLst>
            </p:cNvPr>
            <p:cNvSpPr txBox="1"/>
            <p:nvPr/>
          </p:nvSpPr>
          <p:spPr>
            <a:xfrm>
              <a:off x="1353866" y="593741"/>
              <a:ext cx="503343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85</a:t>
              </a:r>
              <a:endParaRPr dirty="0"/>
            </a:p>
          </p:txBody>
        </p:sp>
        <p:sp>
          <p:nvSpPr>
            <p:cNvPr id="116" name="esquerda">
              <a:extLst>
                <a:ext uri="{FF2B5EF4-FFF2-40B4-BE49-F238E27FC236}">
                  <a16:creationId xmlns:a16="http://schemas.microsoft.com/office/drawing/2014/main" id="{F66A0596-0E0A-4E1A-9FD8-9AFCE0F47740}"/>
                </a:ext>
              </a:extLst>
            </p:cNvPr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17" name="valor">
              <a:extLst>
                <a:ext uri="{FF2B5EF4-FFF2-40B4-BE49-F238E27FC236}">
                  <a16:creationId xmlns:a16="http://schemas.microsoft.com/office/drawing/2014/main" id="{46E4321D-01C4-4F29-B4F3-321C62AC16B6}"/>
                </a:ext>
              </a:extLst>
            </p:cNvPr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18" name="direita">
              <a:extLst>
                <a:ext uri="{FF2B5EF4-FFF2-40B4-BE49-F238E27FC236}">
                  <a16:creationId xmlns:a16="http://schemas.microsoft.com/office/drawing/2014/main" id="{80CB26DA-3E8E-4592-B295-E3E8472B400D}"/>
                </a:ext>
              </a:extLst>
            </p:cNvPr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19" name="Altura">
              <a:extLst>
                <a:ext uri="{FF2B5EF4-FFF2-40B4-BE49-F238E27FC236}">
                  <a16:creationId xmlns:a16="http://schemas.microsoft.com/office/drawing/2014/main" id="{F6011ADF-7A48-4412-972B-C66342A62F3E}"/>
                </a:ext>
              </a:extLst>
            </p:cNvPr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sp>
          <p:nvSpPr>
            <p:cNvPr id="120" name="end.: fa55">
              <a:extLst>
                <a:ext uri="{FF2B5EF4-FFF2-40B4-BE49-F238E27FC236}">
                  <a16:creationId xmlns:a16="http://schemas.microsoft.com/office/drawing/2014/main" id="{7E8E9A2F-0363-490B-83AA-99C17124B0B9}"/>
                </a:ext>
              </a:extLst>
            </p:cNvPr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121" name="None">
              <a:extLst>
                <a:ext uri="{FF2B5EF4-FFF2-40B4-BE49-F238E27FC236}">
                  <a16:creationId xmlns:a16="http://schemas.microsoft.com/office/drawing/2014/main" id="{6B65E7F2-ED95-463B-A7A7-A1B4C5C58C91}"/>
                </a:ext>
              </a:extLst>
            </p:cNvPr>
            <p:cNvSpPr txBox="1"/>
            <p:nvPr/>
          </p:nvSpPr>
          <p:spPr>
            <a:xfrm>
              <a:off x="2256357" y="559345"/>
              <a:ext cx="963405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 err="1"/>
                <a:t>None</a:t>
              </a:r>
              <a:endParaRPr lang="pt-BR" dirty="0"/>
            </a:p>
          </p:txBody>
        </p:sp>
        <p:sp>
          <p:nvSpPr>
            <p:cNvPr id="122" name="1">
              <a:extLst>
                <a:ext uri="{FF2B5EF4-FFF2-40B4-BE49-F238E27FC236}">
                  <a16:creationId xmlns:a16="http://schemas.microsoft.com/office/drawing/2014/main" id="{7DCE4963-DC10-46D7-B2CF-DD847BA6D721}"/>
                </a:ext>
              </a:extLst>
            </p:cNvPr>
            <p:cNvSpPr txBox="1"/>
            <p:nvPr/>
          </p:nvSpPr>
          <p:spPr>
            <a:xfrm>
              <a:off x="3394323" y="593741"/>
              <a:ext cx="302968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1</a:t>
              </a:r>
              <a:endParaRPr dirty="0"/>
            </a:p>
          </p:txBody>
        </p:sp>
      </p:grpSp>
      <p:pic>
        <p:nvPicPr>
          <p:cNvPr id="123" name="Line Line" descr="Line Line">
            <a:extLst>
              <a:ext uri="{FF2B5EF4-FFF2-40B4-BE49-F238E27FC236}">
                <a16:creationId xmlns:a16="http://schemas.microsoft.com/office/drawing/2014/main" id="{5CBCEE15-DC01-4956-81D3-987D924DBCCF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7714573">
            <a:off x="8076884" y="8910424"/>
            <a:ext cx="1208158" cy="76201"/>
          </a:xfrm>
          <a:prstGeom prst="rect">
            <a:avLst/>
          </a:prstGeom>
          <a:effectLst/>
        </p:spPr>
      </p:pic>
      <p:sp>
        <p:nvSpPr>
          <p:cNvPr id="124" name="Circle">
            <a:extLst>
              <a:ext uri="{FF2B5EF4-FFF2-40B4-BE49-F238E27FC236}">
                <a16:creationId xmlns:a16="http://schemas.microsoft.com/office/drawing/2014/main" id="{DE42EB94-D868-413C-9510-95178EFD028A}"/>
              </a:ext>
            </a:extLst>
          </p:cNvPr>
          <p:cNvSpPr/>
          <p:nvPr/>
        </p:nvSpPr>
        <p:spPr>
          <a:xfrm>
            <a:off x="7653825" y="9367292"/>
            <a:ext cx="967008" cy="967008"/>
          </a:xfrm>
          <a:prstGeom prst="ellips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125" name="100">
            <a:extLst>
              <a:ext uri="{FF2B5EF4-FFF2-40B4-BE49-F238E27FC236}">
                <a16:creationId xmlns:a16="http://schemas.microsoft.com/office/drawing/2014/main" id="{A247E7DF-F973-4C71-B010-18C50AD49A5E}"/>
              </a:ext>
            </a:extLst>
          </p:cNvPr>
          <p:cNvSpPr txBox="1"/>
          <p:nvPr/>
        </p:nvSpPr>
        <p:spPr>
          <a:xfrm>
            <a:off x="7860493" y="9712331"/>
            <a:ext cx="528991" cy="5180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dirty="0"/>
              <a:t>85</a:t>
            </a:r>
            <a:endParaRPr dirty="0"/>
          </a:p>
        </p:txBody>
      </p:sp>
      <p:sp>
        <p:nvSpPr>
          <p:cNvPr id="126" name="100">
            <a:extLst>
              <a:ext uri="{FF2B5EF4-FFF2-40B4-BE49-F238E27FC236}">
                <a16:creationId xmlns:a16="http://schemas.microsoft.com/office/drawing/2014/main" id="{CA22039A-BA37-44DA-974C-99945B297C50}"/>
              </a:ext>
            </a:extLst>
          </p:cNvPr>
          <p:cNvSpPr txBox="1"/>
          <p:nvPr/>
        </p:nvSpPr>
        <p:spPr>
          <a:xfrm flipH="1">
            <a:off x="7156882" y="10031238"/>
            <a:ext cx="1109437" cy="20600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sz="1400" b="1" dirty="0"/>
              <a:t>7AD0</a:t>
            </a:r>
          </a:p>
          <a:p>
            <a:endParaRPr lang="pt-BR" sz="1400" b="1" dirty="0"/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67441986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0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0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2500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0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2500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0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800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800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900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900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2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2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0"/>
                            </p:stCondLst>
                            <p:childTnLst>
                              <p:par>
                                <p:cTn id="4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2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2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500"/>
                            </p:stCondLst>
                            <p:childTnLst>
                              <p:par>
                                <p:cTn id="56" presetID="9" presetClass="exit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57" dur="900" fill="hold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400"/>
                            </p:stCondLst>
                            <p:childTnLst>
                              <p:par>
                                <p:cTn id="60" presetID="9" presetClass="exit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1" dur="800" fill="hold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37" grpId="0" animBg="1" advAuto="0"/>
      <p:bldP spid="2073" grpId="0" animBg="1" advAuto="0"/>
      <p:bldP spid="2085" grpId="0" animBg="1" advAuto="0"/>
      <p:bldP spid="2090" grpId="0" animBg="1" advAuto="0"/>
      <p:bldP spid="2094" grpId="0" animBg="1" advAuto="0"/>
      <p:bldP spid="2116" grpId="0" animBg="1" advAuto="0"/>
      <p:bldP spid="103" grpId="0" animBg="1" advAuto="0"/>
      <p:bldP spid="105" grpId="0" animBg="1" advAuto="0"/>
      <p:bldP spid="105" grpId="1" animBg="1" advAuto="0"/>
      <p:bldP spid="108" grpId="0" animBg="1" advAuto="0"/>
      <p:bldP spid="108" grpId="1" animBg="1" advAuto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100">
            <a:extLst>
              <a:ext uri="{FF2B5EF4-FFF2-40B4-BE49-F238E27FC236}">
                <a16:creationId xmlns:a16="http://schemas.microsoft.com/office/drawing/2014/main" id="{4CD27095-7C63-4B0F-A6C2-3B5ABA17CD35}"/>
              </a:ext>
            </a:extLst>
          </p:cNvPr>
          <p:cNvSpPr txBox="1"/>
          <p:nvPr/>
        </p:nvSpPr>
        <p:spPr>
          <a:xfrm flipH="1">
            <a:off x="8109893" y="8381179"/>
            <a:ext cx="1259913" cy="12890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sz="1400" dirty="0"/>
              <a:t>B6F0</a:t>
            </a:r>
            <a:endParaRPr lang="pt-BR" sz="1400" b="1" dirty="0"/>
          </a:p>
          <a:p>
            <a:endParaRPr dirty="0"/>
          </a:p>
        </p:txBody>
      </p:sp>
      <p:sp>
        <p:nvSpPr>
          <p:cNvPr id="1972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AVL </a:t>
            </a:r>
            <a:r>
              <a:rPr sz="5000" spc="-100" dirty="0"/>
              <a:t>Entrada: 100, 50, 20</a:t>
            </a:r>
            <a:r>
              <a:rPr lang="en-US" sz="5000" spc="-100" dirty="0"/>
              <a:t>, 80, 90, </a:t>
            </a:r>
            <a:r>
              <a:rPr lang="en-US" sz="5000" u="sng" spc="-100" dirty="0"/>
              <a:t>85(</a:t>
            </a:r>
            <a:r>
              <a:rPr lang="en-US" sz="1800" u="sng" spc="-100" dirty="0" err="1"/>
              <a:t>Rotação</a:t>
            </a:r>
            <a:r>
              <a:rPr lang="en-US" sz="1800" u="sng" spc="-100" dirty="0"/>
              <a:t> – </a:t>
            </a:r>
            <a:r>
              <a:rPr lang="en-US" sz="1800" u="sng" spc="-100" dirty="0" err="1"/>
              <a:t>dir</a:t>
            </a:r>
            <a:r>
              <a:rPr lang="en-US" sz="1800" u="sng" spc="-100" dirty="0"/>
              <a:t> e </a:t>
            </a:r>
            <a:r>
              <a:rPr lang="en-US" sz="1800" u="sng" spc="-100" dirty="0" err="1"/>
              <a:t>esq</a:t>
            </a:r>
            <a:r>
              <a:rPr lang="en-US" sz="5000" u="sng" spc="-100" dirty="0"/>
              <a:t>)</a:t>
            </a:r>
            <a:endParaRPr sz="5000" u="sng" spc="-100" dirty="0"/>
          </a:p>
        </p:txBody>
      </p:sp>
      <p:grpSp>
        <p:nvGrpSpPr>
          <p:cNvPr id="1990" name="Group"/>
          <p:cNvGrpSpPr/>
          <p:nvPr/>
        </p:nvGrpSpPr>
        <p:grpSpPr>
          <a:xfrm>
            <a:off x="988803" y="2474604"/>
            <a:ext cx="4237787" cy="1723228"/>
            <a:chOff x="0" y="-1"/>
            <a:chExt cx="4237785" cy="1723226"/>
          </a:xfrm>
        </p:grpSpPr>
        <p:pic>
          <p:nvPicPr>
            <p:cNvPr id="1988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  <p:sp>
          <p:nvSpPr>
            <p:cNvPr id="1974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975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76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77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78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979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09" y="486673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981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983" name="end.: a310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1984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985" name="1"/>
            <p:cNvSpPr txBox="1"/>
            <p:nvPr/>
          </p:nvSpPr>
          <p:spPr>
            <a:xfrm>
              <a:off x="3394323" y="593741"/>
              <a:ext cx="302968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1</a:t>
              </a:r>
              <a:endParaRPr dirty="0"/>
            </a:p>
          </p:txBody>
        </p:sp>
        <p:pic>
          <p:nvPicPr>
            <p:cNvPr id="1986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</p:grpSp>
      <p:grpSp>
        <p:nvGrpSpPr>
          <p:cNvPr id="2011" name="Group"/>
          <p:cNvGrpSpPr/>
          <p:nvPr/>
        </p:nvGrpSpPr>
        <p:grpSpPr>
          <a:xfrm>
            <a:off x="988803" y="4290625"/>
            <a:ext cx="4265855" cy="1723228"/>
            <a:chOff x="0" y="-1"/>
            <a:chExt cx="4265853" cy="1723226"/>
          </a:xfrm>
        </p:grpSpPr>
        <p:sp>
          <p:nvSpPr>
            <p:cNvPr id="1995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99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9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9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9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2000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5292" y="465467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2002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2004" name="end.: e070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2006" name="1"/>
            <p:cNvSpPr txBox="1"/>
            <p:nvPr/>
          </p:nvSpPr>
          <p:spPr>
            <a:xfrm>
              <a:off x="3394323" y="593741"/>
              <a:ext cx="102657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endParaRPr dirty="0"/>
            </a:p>
          </p:txBody>
        </p:sp>
        <p:pic>
          <p:nvPicPr>
            <p:cNvPr id="2007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17399" y="459724"/>
              <a:ext cx="1200700" cy="736196"/>
            </a:xfrm>
            <a:prstGeom prst="rect">
              <a:avLst/>
            </a:prstGeom>
            <a:effectLst/>
          </p:spPr>
        </p:pic>
        <p:pic>
          <p:nvPicPr>
            <p:cNvPr id="2009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8847" y="448519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2012" name="E070"/>
          <p:cNvSpPr txBox="1"/>
          <p:nvPr/>
        </p:nvSpPr>
        <p:spPr>
          <a:xfrm>
            <a:off x="1169438" y="3087838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18" name="2"/>
          <p:cNvSpPr txBox="1"/>
          <p:nvPr/>
        </p:nvSpPr>
        <p:spPr>
          <a:xfrm>
            <a:off x="4392445" y="307296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grpSp>
        <p:nvGrpSpPr>
          <p:cNvPr id="2036" name="Group"/>
          <p:cNvGrpSpPr/>
          <p:nvPr/>
        </p:nvGrpSpPr>
        <p:grpSpPr>
          <a:xfrm>
            <a:off x="988803" y="6185655"/>
            <a:ext cx="4237787" cy="1723228"/>
            <a:chOff x="0" y="-1"/>
            <a:chExt cx="4237785" cy="1723226"/>
          </a:xfrm>
        </p:grpSpPr>
        <p:sp>
          <p:nvSpPr>
            <p:cNvPr id="2019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20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2021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2022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2023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2024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2025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2027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2029" name="end.: fa55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2030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31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2032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2034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2037" name="Fa55"/>
          <p:cNvSpPr txBox="1"/>
          <p:nvPr/>
        </p:nvSpPr>
        <p:spPr>
          <a:xfrm>
            <a:off x="1084500" y="4867842"/>
            <a:ext cx="110251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rPr dirty="0"/>
              <a:t> Fa55 </a:t>
            </a:r>
          </a:p>
        </p:txBody>
      </p:sp>
      <p:sp>
        <p:nvSpPr>
          <p:cNvPr id="2043" name="3"/>
          <p:cNvSpPr txBox="1"/>
          <p:nvPr/>
        </p:nvSpPr>
        <p:spPr>
          <a:xfrm>
            <a:off x="4392445" y="307296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73" name="A310"/>
          <p:cNvSpPr txBox="1"/>
          <p:nvPr/>
        </p:nvSpPr>
        <p:spPr>
          <a:xfrm>
            <a:off x="3128979" y="4884368"/>
            <a:ext cx="1162178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rPr dirty="0"/>
              <a:t> </a:t>
            </a:r>
            <a:r>
              <a:rPr lang="pt-BR" dirty="0" err="1"/>
              <a:t>None</a:t>
            </a:r>
            <a:r>
              <a:rPr dirty="0"/>
              <a:t> </a:t>
            </a:r>
          </a:p>
        </p:txBody>
      </p:sp>
      <p:sp>
        <p:nvSpPr>
          <p:cNvPr id="2085" name="None"/>
          <p:cNvSpPr txBox="1"/>
          <p:nvPr/>
        </p:nvSpPr>
        <p:spPr>
          <a:xfrm>
            <a:off x="1134169" y="3079724"/>
            <a:ext cx="1062791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pPr>
            <a:r>
              <a:rPr dirty="0"/>
              <a:t> </a:t>
            </a:r>
            <a:r>
              <a:rPr lang="pt-BR" sz="2800" dirty="0" err="1"/>
              <a:t>None</a:t>
            </a:r>
            <a:endParaRPr lang="pt-BR" sz="2800" dirty="0"/>
          </a:p>
        </p:txBody>
      </p:sp>
      <p:sp>
        <p:nvSpPr>
          <p:cNvPr id="2090" name="1"/>
          <p:cNvSpPr txBox="1"/>
          <p:nvPr/>
        </p:nvSpPr>
        <p:spPr>
          <a:xfrm>
            <a:off x="4392445" y="316914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94" name="2"/>
          <p:cNvSpPr txBox="1"/>
          <p:nvPr/>
        </p:nvSpPr>
        <p:spPr>
          <a:xfrm flipH="1">
            <a:off x="4459951" y="4900895"/>
            <a:ext cx="429490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rPr lang="pt-BR" dirty="0"/>
              <a:t>2</a:t>
            </a:r>
            <a:endParaRPr dirty="0"/>
          </a:p>
        </p:txBody>
      </p:sp>
      <p:grpSp>
        <p:nvGrpSpPr>
          <p:cNvPr id="2116" name="Group"/>
          <p:cNvGrpSpPr/>
          <p:nvPr/>
        </p:nvGrpSpPr>
        <p:grpSpPr>
          <a:xfrm>
            <a:off x="6378017" y="8889544"/>
            <a:ext cx="4091834" cy="3197813"/>
            <a:chOff x="-1299962" y="4906071"/>
            <a:chExt cx="4091831" cy="3197811"/>
          </a:xfrm>
        </p:grpSpPr>
        <p:sp>
          <p:nvSpPr>
            <p:cNvPr id="2104" name="50"/>
            <p:cNvSpPr txBox="1"/>
            <p:nvPr/>
          </p:nvSpPr>
          <p:spPr>
            <a:xfrm>
              <a:off x="67528" y="5560344"/>
              <a:ext cx="537973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rPr dirty="0"/>
                <a:t>50</a:t>
              </a:r>
            </a:p>
          </p:txBody>
        </p:sp>
        <p:sp>
          <p:nvSpPr>
            <p:cNvPr id="2105" name="Circle"/>
            <p:cNvSpPr/>
            <p:nvPr/>
          </p:nvSpPr>
          <p:spPr>
            <a:xfrm>
              <a:off x="-130081" y="533299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grpSp>
          <p:nvGrpSpPr>
            <p:cNvPr id="2112" name="Group"/>
            <p:cNvGrpSpPr/>
            <p:nvPr/>
          </p:nvGrpSpPr>
          <p:grpSpPr>
            <a:xfrm>
              <a:off x="-1299962" y="4906071"/>
              <a:ext cx="2864487" cy="3197811"/>
              <a:chOff x="-1299959" y="4000455"/>
              <a:chExt cx="2864483" cy="3197809"/>
            </a:xfrm>
          </p:grpSpPr>
          <p:sp>
            <p:nvSpPr>
              <p:cNvPr id="2108" name="20"/>
              <p:cNvSpPr txBox="1"/>
              <p:nvPr/>
            </p:nvSpPr>
            <p:spPr>
              <a:xfrm>
                <a:off x="-1068020" y="6451517"/>
                <a:ext cx="537973" cy="54813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3000"/>
                </a:lvl1pPr>
              </a:lstStyle>
              <a:p>
                <a:r>
                  <a:rPr dirty="0"/>
                  <a:t>20</a:t>
                </a:r>
              </a:p>
            </p:txBody>
          </p:sp>
          <p:sp>
            <p:nvSpPr>
              <p:cNvPr id="2109" name="Circle"/>
              <p:cNvSpPr/>
              <p:nvPr/>
            </p:nvSpPr>
            <p:spPr>
              <a:xfrm>
                <a:off x="-1299959" y="6231258"/>
                <a:ext cx="967005" cy="967006"/>
              </a:xfrm>
              <a:prstGeom prst="ellips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>
                  <a:lnSpc>
                    <a:spcPct val="100000"/>
                  </a:lnSpc>
                  <a:spcBef>
                    <a:spcPts val="0"/>
                  </a:spcBef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dirty="0"/>
              </a:p>
            </p:txBody>
          </p:sp>
          <p:pic>
            <p:nvPicPr>
              <p:cNvPr id="2110" name="Line Line" descr="Line Line"/>
              <p:cNvPicPr>
                <a:picLocks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8100000">
                <a:off x="274108" y="4000455"/>
                <a:ext cx="1290416" cy="76201"/>
              </a:xfrm>
              <a:prstGeom prst="rect">
                <a:avLst/>
              </a:prstGeom>
              <a:effectLst/>
            </p:spPr>
          </p:pic>
        </p:grpSp>
        <p:grpSp>
          <p:nvGrpSpPr>
            <p:cNvPr id="2115" name="Group"/>
            <p:cNvGrpSpPr/>
            <p:nvPr/>
          </p:nvGrpSpPr>
          <p:grpSpPr>
            <a:xfrm>
              <a:off x="1824862" y="5551281"/>
              <a:ext cx="967007" cy="967007"/>
              <a:chOff x="-231348" y="3832716"/>
              <a:chExt cx="967005" cy="967005"/>
            </a:xfrm>
          </p:grpSpPr>
          <p:sp>
            <p:nvSpPr>
              <p:cNvPr id="2113" name="100"/>
              <p:cNvSpPr txBox="1"/>
              <p:nvPr/>
            </p:nvSpPr>
            <p:spPr>
              <a:xfrm>
                <a:off x="72251" y="4148532"/>
                <a:ext cx="528989" cy="51809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defRPr sz="3000"/>
                </a:lvl1pPr>
              </a:lstStyle>
              <a:p>
                <a:r>
                  <a:rPr lang="pt-BR" dirty="0"/>
                  <a:t>90</a:t>
                </a:r>
                <a:endParaRPr dirty="0"/>
              </a:p>
            </p:txBody>
          </p:sp>
          <p:sp>
            <p:nvSpPr>
              <p:cNvPr id="2114" name="Circle"/>
              <p:cNvSpPr/>
              <p:nvPr/>
            </p:nvSpPr>
            <p:spPr>
              <a:xfrm>
                <a:off x="-231348" y="3832716"/>
                <a:ext cx="967005" cy="967005"/>
              </a:xfrm>
              <a:prstGeom prst="ellips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>
                  <a:lnSpc>
                    <a:spcPct val="100000"/>
                  </a:lnSpc>
                  <a:spcBef>
                    <a:spcPts val="0"/>
                  </a:spcBef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dirty="0"/>
              </a:p>
            </p:txBody>
          </p:sp>
        </p:grpSp>
      </p:grpSp>
      <p:grpSp>
        <p:nvGrpSpPr>
          <p:cNvPr id="63" name="Group">
            <a:extLst>
              <a:ext uri="{FF2B5EF4-FFF2-40B4-BE49-F238E27FC236}">
                <a16:creationId xmlns:a16="http://schemas.microsoft.com/office/drawing/2014/main" id="{4ECBBCB5-8629-4EAB-B276-C12FA264C276}"/>
              </a:ext>
            </a:extLst>
          </p:cNvPr>
          <p:cNvGrpSpPr/>
          <p:nvPr/>
        </p:nvGrpSpPr>
        <p:grpSpPr>
          <a:xfrm>
            <a:off x="1016871" y="8321748"/>
            <a:ext cx="4237787" cy="1723228"/>
            <a:chOff x="0" y="-1"/>
            <a:chExt cx="4237785" cy="1723226"/>
          </a:xfrm>
        </p:grpSpPr>
        <p:pic>
          <p:nvPicPr>
            <p:cNvPr id="70" name="Rectangle Rectangle" descr="Rectangle Rectangle">
              <a:extLst>
                <a:ext uri="{FF2B5EF4-FFF2-40B4-BE49-F238E27FC236}">
                  <a16:creationId xmlns:a16="http://schemas.microsoft.com/office/drawing/2014/main" id="{9D0B7304-2B73-468F-BF82-C3FEDE80AF40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76" name="Rectangle Rectangle" descr="Rectangle Rectangle">
              <a:extLst>
                <a:ext uri="{FF2B5EF4-FFF2-40B4-BE49-F238E27FC236}">
                  <a16:creationId xmlns:a16="http://schemas.microsoft.com/office/drawing/2014/main" id="{26CF4D83-3653-4199-97A9-249B38F8C24D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  <p:pic>
          <p:nvPicPr>
            <p:cNvPr id="75" name="Rectangle Rectangle" descr="Rectangle Rectangle">
              <a:extLst>
                <a:ext uri="{FF2B5EF4-FFF2-40B4-BE49-F238E27FC236}">
                  <a16:creationId xmlns:a16="http://schemas.microsoft.com/office/drawing/2014/main" id="{F63C3C54-C650-45BA-98C3-1344D6A8A848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sp>
          <p:nvSpPr>
            <p:cNvPr id="64" name="None">
              <a:extLst>
                <a:ext uri="{FF2B5EF4-FFF2-40B4-BE49-F238E27FC236}">
                  <a16:creationId xmlns:a16="http://schemas.microsoft.com/office/drawing/2014/main" id="{E0735093-1F1A-4F66-A3C6-6EA644A30D86}"/>
                </a:ext>
              </a:extLst>
            </p:cNvPr>
            <p:cNvSpPr txBox="1"/>
            <p:nvPr/>
          </p:nvSpPr>
          <p:spPr>
            <a:xfrm>
              <a:off x="190500" y="559345"/>
              <a:ext cx="904094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e070</a:t>
              </a:r>
            </a:p>
          </p:txBody>
        </p:sp>
        <p:sp>
          <p:nvSpPr>
            <p:cNvPr id="65" name="20">
              <a:extLst>
                <a:ext uri="{FF2B5EF4-FFF2-40B4-BE49-F238E27FC236}">
                  <a16:creationId xmlns:a16="http://schemas.microsoft.com/office/drawing/2014/main" id="{F082B54D-87B6-4AAB-B8B8-D1291A84AC66}"/>
                </a:ext>
              </a:extLst>
            </p:cNvPr>
            <p:cNvSpPr txBox="1"/>
            <p:nvPr/>
          </p:nvSpPr>
          <p:spPr>
            <a:xfrm>
              <a:off x="1353866" y="593741"/>
              <a:ext cx="503343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8</a:t>
              </a:r>
              <a:r>
                <a:rPr dirty="0"/>
                <a:t>0</a:t>
              </a:r>
            </a:p>
          </p:txBody>
        </p:sp>
        <p:sp>
          <p:nvSpPr>
            <p:cNvPr id="66" name="esquerda">
              <a:extLst>
                <a:ext uri="{FF2B5EF4-FFF2-40B4-BE49-F238E27FC236}">
                  <a16:creationId xmlns:a16="http://schemas.microsoft.com/office/drawing/2014/main" id="{CF0610EE-38C8-4B05-A2AA-0908E0F7D461}"/>
                </a:ext>
              </a:extLst>
            </p:cNvPr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67" name="valor">
              <a:extLst>
                <a:ext uri="{FF2B5EF4-FFF2-40B4-BE49-F238E27FC236}">
                  <a16:creationId xmlns:a16="http://schemas.microsoft.com/office/drawing/2014/main" id="{DF6E8F11-1A7A-41AF-9BA3-667B689CDAAB}"/>
                </a:ext>
              </a:extLst>
            </p:cNvPr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68" name="direita">
              <a:extLst>
                <a:ext uri="{FF2B5EF4-FFF2-40B4-BE49-F238E27FC236}">
                  <a16:creationId xmlns:a16="http://schemas.microsoft.com/office/drawing/2014/main" id="{D6623BC9-2BEF-40FA-8922-EF11E132F8E1}"/>
                </a:ext>
              </a:extLst>
            </p:cNvPr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69" name="Altura">
              <a:extLst>
                <a:ext uri="{FF2B5EF4-FFF2-40B4-BE49-F238E27FC236}">
                  <a16:creationId xmlns:a16="http://schemas.microsoft.com/office/drawing/2014/main" id="{6E0842B8-765F-4680-B5BE-D7F4963F406B}"/>
                </a:ext>
              </a:extLst>
            </p:cNvPr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71" name="Rectangle Rectangle" descr="Rectangle Rectangle">
              <a:extLst>
                <a:ext uri="{FF2B5EF4-FFF2-40B4-BE49-F238E27FC236}">
                  <a16:creationId xmlns:a16="http://schemas.microsoft.com/office/drawing/2014/main" id="{AD87893E-B31B-4376-B4C1-BD78C89E9C79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7506" y="433011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72" name="end.: fa55">
              <a:extLst>
                <a:ext uri="{FF2B5EF4-FFF2-40B4-BE49-F238E27FC236}">
                  <a16:creationId xmlns:a16="http://schemas.microsoft.com/office/drawing/2014/main" id="{9BA7C670-A181-45BA-B5B7-34D134B8F9AA}"/>
                </a:ext>
              </a:extLst>
            </p:cNvPr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73" name="None">
              <a:extLst>
                <a:ext uri="{FF2B5EF4-FFF2-40B4-BE49-F238E27FC236}">
                  <a16:creationId xmlns:a16="http://schemas.microsoft.com/office/drawing/2014/main" id="{F354D9EE-B1B1-4A90-AFF6-0AB293C892FC}"/>
                </a:ext>
              </a:extLst>
            </p:cNvPr>
            <p:cNvSpPr txBox="1"/>
            <p:nvPr/>
          </p:nvSpPr>
          <p:spPr>
            <a:xfrm>
              <a:off x="2256357" y="559345"/>
              <a:ext cx="942566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B820</a:t>
              </a:r>
            </a:p>
          </p:txBody>
        </p:sp>
        <p:sp>
          <p:nvSpPr>
            <p:cNvPr id="74" name="1">
              <a:extLst>
                <a:ext uri="{FF2B5EF4-FFF2-40B4-BE49-F238E27FC236}">
                  <a16:creationId xmlns:a16="http://schemas.microsoft.com/office/drawing/2014/main" id="{25115FA9-FF07-4B84-82A3-2AD647463CAC}"/>
                </a:ext>
              </a:extLst>
            </p:cNvPr>
            <p:cNvSpPr txBox="1"/>
            <p:nvPr/>
          </p:nvSpPr>
          <p:spPr>
            <a:xfrm>
              <a:off x="3394323" y="593741"/>
              <a:ext cx="302968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3</a:t>
              </a:r>
              <a:endParaRPr dirty="0"/>
            </a:p>
          </p:txBody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9FC41EFD-3645-4BE8-9E8A-24F1A172BD56}"/>
              </a:ext>
            </a:extLst>
          </p:cNvPr>
          <p:cNvSpPr txBox="1"/>
          <p:nvPr/>
        </p:nvSpPr>
        <p:spPr>
          <a:xfrm>
            <a:off x="5901723" y="11489791"/>
            <a:ext cx="846768" cy="90127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pt-BR" sz="16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t>Fa55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515CCE6-2D72-41C0-B14E-D5E81D6F8EBB}"/>
              </a:ext>
            </a:extLst>
          </p:cNvPr>
          <p:cNvSpPr/>
          <p:nvPr/>
        </p:nvSpPr>
        <p:spPr>
          <a:xfrm>
            <a:off x="10385530" y="10417697"/>
            <a:ext cx="582211" cy="2862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>
                <a:solidFill>
                  <a:schemeClr val="tx1"/>
                </a:solidFill>
                <a:latin typeface="Consolas" panose="020B0609020204030204" pitchFamily="49" charset="0"/>
              </a:rPr>
              <a:t>B820</a:t>
            </a:r>
            <a:endParaRPr lang="pt-BR" sz="14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2801250-5ED7-4048-A999-C13CB8AB0075}"/>
              </a:ext>
            </a:extLst>
          </p:cNvPr>
          <p:cNvSpPr/>
          <p:nvPr/>
        </p:nvSpPr>
        <p:spPr>
          <a:xfrm>
            <a:off x="7028272" y="10039093"/>
            <a:ext cx="633507" cy="3139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600" b="1" dirty="0">
                <a:solidFill>
                  <a:schemeClr val="tx1"/>
                </a:solidFill>
                <a:latin typeface="Consolas" panose="020B0609020204030204" pitchFamily="49" charset="0"/>
              </a:rPr>
              <a:t>e070</a:t>
            </a:r>
          </a:p>
        </p:txBody>
      </p:sp>
      <p:sp>
        <p:nvSpPr>
          <p:cNvPr id="80" name="Circle">
            <a:extLst>
              <a:ext uri="{FF2B5EF4-FFF2-40B4-BE49-F238E27FC236}">
                <a16:creationId xmlns:a16="http://schemas.microsoft.com/office/drawing/2014/main" id="{5D56C59F-926B-4BFC-9C05-AD2E68794FBC}"/>
              </a:ext>
            </a:extLst>
          </p:cNvPr>
          <p:cNvSpPr/>
          <p:nvPr/>
        </p:nvSpPr>
        <p:spPr>
          <a:xfrm>
            <a:off x="8767183" y="7566105"/>
            <a:ext cx="967008" cy="967008"/>
          </a:xfrm>
          <a:prstGeom prst="ellips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81" name="100">
            <a:extLst>
              <a:ext uri="{FF2B5EF4-FFF2-40B4-BE49-F238E27FC236}">
                <a16:creationId xmlns:a16="http://schemas.microsoft.com/office/drawing/2014/main" id="{65BD8A24-80CC-446B-815C-824FC5DB3CEF}"/>
              </a:ext>
            </a:extLst>
          </p:cNvPr>
          <p:cNvSpPr txBox="1"/>
          <p:nvPr/>
        </p:nvSpPr>
        <p:spPr>
          <a:xfrm>
            <a:off x="8973851" y="7911144"/>
            <a:ext cx="528991" cy="5180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dirty="0"/>
              <a:t>80</a:t>
            </a:r>
            <a:endParaRPr dirty="0"/>
          </a:p>
        </p:txBody>
      </p:sp>
      <p:pic>
        <p:nvPicPr>
          <p:cNvPr id="83" name="Line Line" descr="Line Line">
            <a:extLst>
              <a:ext uri="{FF2B5EF4-FFF2-40B4-BE49-F238E27FC236}">
                <a16:creationId xmlns:a16="http://schemas.microsoft.com/office/drawing/2014/main" id="{02570A43-8449-41FA-BCE7-901EC6DF0374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7714573">
            <a:off x="6796724" y="10623008"/>
            <a:ext cx="1208158" cy="76201"/>
          </a:xfrm>
          <a:prstGeom prst="rect">
            <a:avLst/>
          </a:prstGeom>
          <a:effectLst/>
        </p:spPr>
      </p:pic>
      <p:grpSp>
        <p:nvGrpSpPr>
          <p:cNvPr id="84" name="Group">
            <a:extLst>
              <a:ext uri="{FF2B5EF4-FFF2-40B4-BE49-F238E27FC236}">
                <a16:creationId xmlns:a16="http://schemas.microsoft.com/office/drawing/2014/main" id="{51E0CA49-F2B5-4503-A549-3DA77FF75F4E}"/>
              </a:ext>
            </a:extLst>
          </p:cNvPr>
          <p:cNvGrpSpPr/>
          <p:nvPr/>
        </p:nvGrpSpPr>
        <p:grpSpPr>
          <a:xfrm>
            <a:off x="1048652" y="10217199"/>
            <a:ext cx="4237787" cy="1723228"/>
            <a:chOff x="0" y="-1"/>
            <a:chExt cx="4237785" cy="1723226"/>
          </a:xfrm>
        </p:grpSpPr>
        <p:pic>
          <p:nvPicPr>
            <p:cNvPr id="96" name="Rectangle Rectangle" descr="Rectangle Rectangle">
              <a:extLst>
                <a:ext uri="{FF2B5EF4-FFF2-40B4-BE49-F238E27FC236}">
                  <a16:creationId xmlns:a16="http://schemas.microsoft.com/office/drawing/2014/main" id="{CE4C87F2-0DB5-481E-BD58-D4AB58C7BA15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97" name="Rectangle Rectangle" descr="Rectangle Rectangle">
              <a:extLst>
                <a:ext uri="{FF2B5EF4-FFF2-40B4-BE49-F238E27FC236}">
                  <a16:creationId xmlns:a16="http://schemas.microsoft.com/office/drawing/2014/main" id="{EA6C9807-3869-454F-A0BF-E2D6EF272463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  <p:pic>
          <p:nvPicPr>
            <p:cNvPr id="91" name="Rectangle Rectangle" descr="Rectangle Rectangle">
              <a:extLst>
                <a:ext uri="{FF2B5EF4-FFF2-40B4-BE49-F238E27FC236}">
                  <a16:creationId xmlns:a16="http://schemas.microsoft.com/office/drawing/2014/main" id="{051CECF2-D911-40EA-B94D-6081F8164933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92" name="Rectangle Rectangle" descr="Rectangle Rectangle">
              <a:extLst>
                <a:ext uri="{FF2B5EF4-FFF2-40B4-BE49-F238E27FC236}">
                  <a16:creationId xmlns:a16="http://schemas.microsoft.com/office/drawing/2014/main" id="{C04B212A-4E45-4003-AEEF-EE11C68E808B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7506" y="433011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85" name="None">
              <a:extLst>
                <a:ext uri="{FF2B5EF4-FFF2-40B4-BE49-F238E27FC236}">
                  <a16:creationId xmlns:a16="http://schemas.microsoft.com/office/drawing/2014/main" id="{1175FA53-709E-4BBC-90FF-EFAEFAFAEFBE}"/>
                </a:ext>
              </a:extLst>
            </p:cNvPr>
            <p:cNvSpPr txBox="1"/>
            <p:nvPr/>
          </p:nvSpPr>
          <p:spPr>
            <a:xfrm>
              <a:off x="190500" y="559345"/>
              <a:ext cx="1001877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7AD0</a:t>
              </a:r>
            </a:p>
          </p:txBody>
        </p:sp>
        <p:sp>
          <p:nvSpPr>
            <p:cNvPr id="86" name="20">
              <a:extLst>
                <a:ext uri="{FF2B5EF4-FFF2-40B4-BE49-F238E27FC236}">
                  <a16:creationId xmlns:a16="http://schemas.microsoft.com/office/drawing/2014/main" id="{F11F6458-81D5-4CFF-B4A3-11CD8806AA75}"/>
                </a:ext>
              </a:extLst>
            </p:cNvPr>
            <p:cNvSpPr txBox="1"/>
            <p:nvPr/>
          </p:nvSpPr>
          <p:spPr>
            <a:xfrm>
              <a:off x="1353866" y="593741"/>
              <a:ext cx="503343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9</a:t>
              </a:r>
              <a:r>
                <a:rPr dirty="0"/>
                <a:t>0</a:t>
              </a:r>
            </a:p>
          </p:txBody>
        </p:sp>
        <p:sp>
          <p:nvSpPr>
            <p:cNvPr id="87" name="esquerda">
              <a:extLst>
                <a:ext uri="{FF2B5EF4-FFF2-40B4-BE49-F238E27FC236}">
                  <a16:creationId xmlns:a16="http://schemas.microsoft.com/office/drawing/2014/main" id="{5D92BA2C-FD68-4044-996D-392C07596608}"/>
                </a:ext>
              </a:extLst>
            </p:cNvPr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88" name="valor">
              <a:extLst>
                <a:ext uri="{FF2B5EF4-FFF2-40B4-BE49-F238E27FC236}">
                  <a16:creationId xmlns:a16="http://schemas.microsoft.com/office/drawing/2014/main" id="{B82EC5D2-4C1D-41A8-853B-766EBB8AAD74}"/>
                </a:ext>
              </a:extLst>
            </p:cNvPr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89" name="direita">
              <a:extLst>
                <a:ext uri="{FF2B5EF4-FFF2-40B4-BE49-F238E27FC236}">
                  <a16:creationId xmlns:a16="http://schemas.microsoft.com/office/drawing/2014/main" id="{B72A4BF5-7E33-4C24-9EFE-AD66C9EFDC37}"/>
                </a:ext>
              </a:extLst>
            </p:cNvPr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90" name="Altura">
              <a:extLst>
                <a:ext uri="{FF2B5EF4-FFF2-40B4-BE49-F238E27FC236}">
                  <a16:creationId xmlns:a16="http://schemas.microsoft.com/office/drawing/2014/main" id="{4D8E222E-7223-4565-B9F7-E1A61A883B51}"/>
                </a:ext>
              </a:extLst>
            </p:cNvPr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sp>
          <p:nvSpPr>
            <p:cNvPr id="93" name="end.: fa55">
              <a:extLst>
                <a:ext uri="{FF2B5EF4-FFF2-40B4-BE49-F238E27FC236}">
                  <a16:creationId xmlns:a16="http://schemas.microsoft.com/office/drawing/2014/main" id="{1E81D892-7261-45EC-BA3A-7580EA8BA699}"/>
                </a:ext>
              </a:extLst>
            </p:cNvPr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94" name="None">
              <a:extLst>
                <a:ext uri="{FF2B5EF4-FFF2-40B4-BE49-F238E27FC236}">
                  <a16:creationId xmlns:a16="http://schemas.microsoft.com/office/drawing/2014/main" id="{A5059722-00B2-4961-A512-7EAD0D17CEAB}"/>
                </a:ext>
              </a:extLst>
            </p:cNvPr>
            <p:cNvSpPr txBox="1"/>
            <p:nvPr/>
          </p:nvSpPr>
          <p:spPr>
            <a:xfrm>
              <a:off x="2256357" y="559345"/>
              <a:ext cx="904094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a310</a:t>
              </a:r>
            </a:p>
          </p:txBody>
        </p:sp>
        <p:sp>
          <p:nvSpPr>
            <p:cNvPr id="95" name="1">
              <a:extLst>
                <a:ext uri="{FF2B5EF4-FFF2-40B4-BE49-F238E27FC236}">
                  <a16:creationId xmlns:a16="http://schemas.microsoft.com/office/drawing/2014/main" id="{92CB6952-C126-4789-AE1C-D62682207446}"/>
                </a:ext>
              </a:extLst>
            </p:cNvPr>
            <p:cNvSpPr txBox="1"/>
            <p:nvPr/>
          </p:nvSpPr>
          <p:spPr>
            <a:xfrm>
              <a:off x="3394323" y="593741"/>
              <a:ext cx="302968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2</a:t>
              </a:r>
              <a:endParaRPr dirty="0"/>
            </a:p>
          </p:txBody>
        </p:sp>
      </p:grpSp>
      <p:sp>
        <p:nvSpPr>
          <p:cNvPr id="100" name="Circle">
            <a:extLst>
              <a:ext uri="{FF2B5EF4-FFF2-40B4-BE49-F238E27FC236}">
                <a16:creationId xmlns:a16="http://schemas.microsoft.com/office/drawing/2014/main" id="{15DA2475-8C36-4194-B84A-B6AA098443EA}"/>
              </a:ext>
            </a:extLst>
          </p:cNvPr>
          <p:cNvSpPr/>
          <p:nvPr/>
        </p:nvSpPr>
        <p:spPr>
          <a:xfrm>
            <a:off x="10464103" y="11352572"/>
            <a:ext cx="967008" cy="967008"/>
          </a:xfrm>
          <a:prstGeom prst="ellips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101" name="100">
            <a:extLst>
              <a:ext uri="{FF2B5EF4-FFF2-40B4-BE49-F238E27FC236}">
                <a16:creationId xmlns:a16="http://schemas.microsoft.com/office/drawing/2014/main" id="{8BCF8DF5-1704-407A-9D66-815A1A4A3B88}"/>
              </a:ext>
            </a:extLst>
          </p:cNvPr>
          <p:cNvSpPr txBox="1"/>
          <p:nvPr/>
        </p:nvSpPr>
        <p:spPr>
          <a:xfrm>
            <a:off x="10561250" y="11603854"/>
            <a:ext cx="772713" cy="5180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dirty="0"/>
              <a:t>100</a:t>
            </a:r>
            <a:endParaRPr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C6F005C1-DC18-4F45-B44D-7D548014603E}"/>
              </a:ext>
            </a:extLst>
          </p:cNvPr>
          <p:cNvSpPr/>
          <p:nvPr/>
        </p:nvSpPr>
        <p:spPr>
          <a:xfrm>
            <a:off x="10929894" y="12343681"/>
            <a:ext cx="582211" cy="2862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dirty="0"/>
              <a:t>a310</a:t>
            </a:r>
            <a:endParaRPr lang="pt-BR" sz="1400" b="1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pic>
        <p:nvPicPr>
          <p:cNvPr id="107" name="Line Line" descr="Line Line">
            <a:extLst>
              <a:ext uri="{FF2B5EF4-FFF2-40B4-BE49-F238E27FC236}">
                <a16:creationId xmlns:a16="http://schemas.microsoft.com/office/drawing/2014/main" id="{8F9D94AE-125F-4943-A51A-DB8505B73087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4600255">
            <a:off x="9029559" y="9012998"/>
            <a:ext cx="1208158" cy="76201"/>
          </a:xfrm>
          <a:prstGeom prst="rect">
            <a:avLst/>
          </a:prstGeom>
          <a:effectLst/>
        </p:spPr>
      </p:pic>
      <p:grpSp>
        <p:nvGrpSpPr>
          <p:cNvPr id="109" name="Group">
            <a:extLst>
              <a:ext uri="{FF2B5EF4-FFF2-40B4-BE49-F238E27FC236}">
                <a16:creationId xmlns:a16="http://schemas.microsoft.com/office/drawing/2014/main" id="{800279F3-2D40-4EB7-BF42-3353F2CD5F75}"/>
              </a:ext>
            </a:extLst>
          </p:cNvPr>
          <p:cNvGrpSpPr/>
          <p:nvPr/>
        </p:nvGrpSpPr>
        <p:grpSpPr>
          <a:xfrm>
            <a:off x="1010633" y="12121945"/>
            <a:ext cx="4237787" cy="1723228"/>
            <a:chOff x="0" y="-1"/>
            <a:chExt cx="4237785" cy="1723226"/>
          </a:xfrm>
        </p:grpSpPr>
        <p:pic>
          <p:nvPicPr>
            <p:cNvPr id="110" name="Rectangle Rectangle" descr="Rectangle Rectangle">
              <a:extLst>
                <a:ext uri="{FF2B5EF4-FFF2-40B4-BE49-F238E27FC236}">
                  <a16:creationId xmlns:a16="http://schemas.microsoft.com/office/drawing/2014/main" id="{FACB0EC6-BBA3-4389-BFEE-90A5AD1E288B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11" name="Rectangle Rectangle" descr="Rectangle Rectangle">
              <a:extLst>
                <a:ext uri="{FF2B5EF4-FFF2-40B4-BE49-F238E27FC236}">
                  <a16:creationId xmlns:a16="http://schemas.microsoft.com/office/drawing/2014/main" id="{025E55B4-9F16-48FD-BE4D-7FA3AD87AA92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  <p:pic>
          <p:nvPicPr>
            <p:cNvPr id="112" name="Rectangle Rectangle" descr="Rectangle Rectangle">
              <a:extLst>
                <a:ext uri="{FF2B5EF4-FFF2-40B4-BE49-F238E27FC236}">
                  <a16:creationId xmlns:a16="http://schemas.microsoft.com/office/drawing/2014/main" id="{C78954AC-20FE-412F-8922-A54B73B8D894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13" name="Rectangle Rectangle" descr="Rectangle Rectangle">
              <a:extLst>
                <a:ext uri="{FF2B5EF4-FFF2-40B4-BE49-F238E27FC236}">
                  <a16:creationId xmlns:a16="http://schemas.microsoft.com/office/drawing/2014/main" id="{5E96C899-20B9-4671-98D8-FAB505E702D5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7506" y="433011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14" name="None">
              <a:extLst>
                <a:ext uri="{FF2B5EF4-FFF2-40B4-BE49-F238E27FC236}">
                  <a16:creationId xmlns:a16="http://schemas.microsoft.com/office/drawing/2014/main" id="{2BF68B7A-05CC-470B-8A08-BBA89B306989}"/>
                </a:ext>
              </a:extLst>
            </p:cNvPr>
            <p:cNvSpPr txBox="1"/>
            <p:nvPr/>
          </p:nvSpPr>
          <p:spPr>
            <a:xfrm>
              <a:off x="190500" y="559345"/>
              <a:ext cx="963405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 err="1"/>
                <a:t>None</a:t>
              </a:r>
              <a:endParaRPr lang="pt-BR" dirty="0"/>
            </a:p>
          </p:txBody>
        </p:sp>
        <p:sp>
          <p:nvSpPr>
            <p:cNvPr id="115" name="20">
              <a:extLst>
                <a:ext uri="{FF2B5EF4-FFF2-40B4-BE49-F238E27FC236}">
                  <a16:creationId xmlns:a16="http://schemas.microsoft.com/office/drawing/2014/main" id="{B1538378-FFB8-46AC-AB24-3094828726F4}"/>
                </a:ext>
              </a:extLst>
            </p:cNvPr>
            <p:cNvSpPr txBox="1"/>
            <p:nvPr/>
          </p:nvSpPr>
          <p:spPr>
            <a:xfrm>
              <a:off x="1353866" y="593741"/>
              <a:ext cx="503343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85</a:t>
              </a:r>
              <a:endParaRPr dirty="0"/>
            </a:p>
          </p:txBody>
        </p:sp>
        <p:sp>
          <p:nvSpPr>
            <p:cNvPr id="116" name="esquerda">
              <a:extLst>
                <a:ext uri="{FF2B5EF4-FFF2-40B4-BE49-F238E27FC236}">
                  <a16:creationId xmlns:a16="http://schemas.microsoft.com/office/drawing/2014/main" id="{F66A0596-0E0A-4E1A-9FD8-9AFCE0F47740}"/>
                </a:ext>
              </a:extLst>
            </p:cNvPr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17" name="valor">
              <a:extLst>
                <a:ext uri="{FF2B5EF4-FFF2-40B4-BE49-F238E27FC236}">
                  <a16:creationId xmlns:a16="http://schemas.microsoft.com/office/drawing/2014/main" id="{46E4321D-01C4-4F29-B4F3-321C62AC16B6}"/>
                </a:ext>
              </a:extLst>
            </p:cNvPr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18" name="direita">
              <a:extLst>
                <a:ext uri="{FF2B5EF4-FFF2-40B4-BE49-F238E27FC236}">
                  <a16:creationId xmlns:a16="http://schemas.microsoft.com/office/drawing/2014/main" id="{80CB26DA-3E8E-4592-B295-E3E8472B400D}"/>
                </a:ext>
              </a:extLst>
            </p:cNvPr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19" name="Altura">
              <a:extLst>
                <a:ext uri="{FF2B5EF4-FFF2-40B4-BE49-F238E27FC236}">
                  <a16:creationId xmlns:a16="http://schemas.microsoft.com/office/drawing/2014/main" id="{F6011ADF-7A48-4412-972B-C66342A62F3E}"/>
                </a:ext>
              </a:extLst>
            </p:cNvPr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sp>
          <p:nvSpPr>
            <p:cNvPr id="120" name="end.: fa55">
              <a:extLst>
                <a:ext uri="{FF2B5EF4-FFF2-40B4-BE49-F238E27FC236}">
                  <a16:creationId xmlns:a16="http://schemas.microsoft.com/office/drawing/2014/main" id="{7E8E9A2F-0363-490B-83AA-99C17124B0B9}"/>
                </a:ext>
              </a:extLst>
            </p:cNvPr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121" name="None">
              <a:extLst>
                <a:ext uri="{FF2B5EF4-FFF2-40B4-BE49-F238E27FC236}">
                  <a16:creationId xmlns:a16="http://schemas.microsoft.com/office/drawing/2014/main" id="{6B65E7F2-ED95-463B-A7A7-A1B4C5C58C91}"/>
                </a:ext>
              </a:extLst>
            </p:cNvPr>
            <p:cNvSpPr txBox="1"/>
            <p:nvPr/>
          </p:nvSpPr>
          <p:spPr>
            <a:xfrm>
              <a:off x="2256357" y="559345"/>
              <a:ext cx="963405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 err="1"/>
                <a:t>None</a:t>
              </a:r>
              <a:endParaRPr lang="pt-BR" dirty="0"/>
            </a:p>
          </p:txBody>
        </p:sp>
        <p:sp>
          <p:nvSpPr>
            <p:cNvPr id="122" name="1">
              <a:extLst>
                <a:ext uri="{FF2B5EF4-FFF2-40B4-BE49-F238E27FC236}">
                  <a16:creationId xmlns:a16="http://schemas.microsoft.com/office/drawing/2014/main" id="{7DCE4963-DC10-46D7-B2CF-DD847BA6D721}"/>
                </a:ext>
              </a:extLst>
            </p:cNvPr>
            <p:cNvSpPr txBox="1"/>
            <p:nvPr/>
          </p:nvSpPr>
          <p:spPr>
            <a:xfrm>
              <a:off x="3394323" y="593741"/>
              <a:ext cx="302968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1</a:t>
              </a:r>
              <a:endParaRPr dirty="0"/>
            </a:p>
          </p:txBody>
        </p:sp>
      </p:grpSp>
      <p:pic>
        <p:nvPicPr>
          <p:cNvPr id="123" name="Line Line" descr="Line Line">
            <a:extLst>
              <a:ext uri="{FF2B5EF4-FFF2-40B4-BE49-F238E27FC236}">
                <a16:creationId xmlns:a16="http://schemas.microsoft.com/office/drawing/2014/main" id="{5CBCEE15-DC01-4956-81D3-987D924DBCCF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7714573">
            <a:off x="8939405" y="10898721"/>
            <a:ext cx="1208158" cy="76201"/>
          </a:xfrm>
          <a:prstGeom prst="rect">
            <a:avLst/>
          </a:prstGeom>
          <a:effectLst/>
        </p:spPr>
      </p:pic>
      <p:sp>
        <p:nvSpPr>
          <p:cNvPr id="124" name="Circle">
            <a:extLst>
              <a:ext uri="{FF2B5EF4-FFF2-40B4-BE49-F238E27FC236}">
                <a16:creationId xmlns:a16="http://schemas.microsoft.com/office/drawing/2014/main" id="{DE42EB94-D868-413C-9510-95178EFD028A}"/>
              </a:ext>
            </a:extLst>
          </p:cNvPr>
          <p:cNvSpPr/>
          <p:nvPr/>
        </p:nvSpPr>
        <p:spPr>
          <a:xfrm>
            <a:off x="8637341" y="11386243"/>
            <a:ext cx="967008" cy="967008"/>
          </a:xfrm>
          <a:prstGeom prst="ellips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125" name="100">
            <a:extLst>
              <a:ext uri="{FF2B5EF4-FFF2-40B4-BE49-F238E27FC236}">
                <a16:creationId xmlns:a16="http://schemas.microsoft.com/office/drawing/2014/main" id="{A247E7DF-F973-4C71-B010-18C50AD49A5E}"/>
              </a:ext>
            </a:extLst>
          </p:cNvPr>
          <p:cNvSpPr txBox="1"/>
          <p:nvPr/>
        </p:nvSpPr>
        <p:spPr>
          <a:xfrm>
            <a:off x="8844009" y="11731282"/>
            <a:ext cx="528991" cy="5180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dirty="0"/>
              <a:t>85</a:t>
            </a:r>
            <a:endParaRPr dirty="0"/>
          </a:p>
        </p:txBody>
      </p:sp>
      <p:sp>
        <p:nvSpPr>
          <p:cNvPr id="127" name="############################# Fator Balanceamento…">
            <a:extLst>
              <a:ext uri="{FF2B5EF4-FFF2-40B4-BE49-F238E27FC236}">
                <a16:creationId xmlns:a16="http://schemas.microsoft.com/office/drawing/2014/main" id="{D57C7DDB-9545-4F5C-9AF2-12A55382529B}"/>
              </a:ext>
            </a:extLst>
          </p:cNvPr>
          <p:cNvSpPr txBox="1"/>
          <p:nvPr/>
        </p:nvSpPr>
        <p:spPr>
          <a:xfrm>
            <a:off x="15428685" y="6762871"/>
            <a:ext cx="9291937" cy="63401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sz="1600" b="1" i="0" dirty="0">
                <a:solidFill>
                  <a:srgbClr val="080808"/>
                </a:solidFill>
              </a:rPr>
              <a:t>   </a:t>
            </a:r>
            <a:r>
              <a:rPr sz="1600" b="1" dirty="0"/>
              <a:t>############################# </a:t>
            </a:r>
            <a:r>
              <a:rPr sz="1600" b="1" dirty="0" err="1"/>
              <a:t>Fator</a:t>
            </a:r>
            <a:r>
              <a:rPr sz="1600" b="1" dirty="0"/>
              <a:t> </a:t>
            </a:r>
            <a:r>
              <a:rPr sz="1600" b="1" dirty="0" err="1"/>
              <a:t>Balanceamento</a:t>
            </a:r>
            <a:endParaRPr sz="1600" b="1"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sz="1600" b="1" i="1" dirty="0">
                <a:solidFill>
                  <a:srgbClr val="8C8C8C"/>
                </a:solidFill>
              </a:rPr>
              <a:t>    </a:t>
            </a:r>
            <a:r>
              <a:rPr sz="1600" b="1" dirty="0" err="1">
                <a:solidFill>
                  <a:srgbClr val="000000"/>
                </a:solidFill>
              </a:rPr>
              <a:t>balanceamento</a:t>
            </a:r>
            <a:r>
              <a:rPr sz="1600" b="1" dirty="0">
                <a:solidFill>
                  <a:srgbClr val="000000"/>
                </a:solidFill>
              </a:rPr>
              <a:t> </a:t>
            </a:r>
            <a:r>
              <a:rPr sz="1600" b="1" dirty="0"/>
              <a:t>= </a:t>
            </a:r>
            <a:r>
              <a:rPr sz="1600" b="1" dirty="0">
                <a:solidFill>
                  <a:srgbClr val="94558D"/>
                </a:solidFill>
              </a:rPr>
              <a:t>self</a:t>
            </a:r>
            <a:r>
              <a:rPr sz="1600" b="1" dirty="0"/>
              <a:t>._</a:t>
            </a:r>
            <a:r>
              <a:rPr sz="1600" b="1" dirty="0" err="1"/>
              <a:t>balanceamento</a:t>
            </a:r>
            <a:r>
              <a:rPr sz="1600" b="1" dirty="0"/>
              <a:t>(</a:t>
            </a:r>
            <a:r>
              <a:rPr sz="1600" b="1" dirty="0" err="1"/>
              <a:t>no_atual</a:t>
            </a:r>
            <a:r>
              <a:rPr sz="1600" b="1" dirty="0"/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rPr sz="1600" b="1" dirty="0"/>
              <a:t> </a:t>
            </a:r>
            <a:r>
              <a:rPr sz="1600" b="1" dirty="0">
                <a:solidFill>
                  <a:srgbClr val="080808"/>
                </a:solidFill>
              </a:rPr>
              <a:t>   </a:t>
            </a:r>
            <a:r>
              <a:rPr sz="1600" b="1" dirty="0">
                <a:solidFill>
                  <a:srgbClr val="0033B3"/>
                </a:solidFill>
              </a:rPr>
              <a:t>if </a:t>
            </a:r>
            <a:r>
              <a:rPr sz="1600" b="1" dirty="0" err="1"/>
              <a:t>balanceamento</a:t>
            </a:r>
            <a:r>
              <a:rPr sz="1600" b="1" dirty="0"/>
              <a:t> &lt;</a:t>
            </a:r>
            <a:r>
              <a:rPr sz="1600" b="1" dirty="0">
                <a:solidFill>
                  <a:srgbClr val="080808"/>
                </a:solidFill>
              </a:rPr>
              <a:t> -</a:t>
            </a:r>
            <a:r>
              <a:rPr sz="1600" b="1" dirty="0">
                <a:solidFill>
                  <a:srgbClr val="1750EB"/>
                </a:solidFill>
              </a:rPr>
              <a:t>1</a:t>
            </a:r>
            <a:r>
              <a:rPr sz="1600" b="1" dirty="0">
                <a:solidFill>
                  <a:srgbClr val="080808"/>
                </a:solidFill>
              </a:rPr>
              <a:t>: </a:t>
            </a:r>
            <a:r>
              <a:rPr sz="1600" b="1" i="1" dirty="0">
                <a:solidFill>
                  <a:srgbClr val="8C8C8C"/>
                </a:solidFill>
              </a:rPr>
              <a:t># </a:t>
            </a:r>
            <a:r>
              <a:rPr sz="1600" b="1" i="1" dirty="0" err="1">
                <a:solidFill>
                  <a:srgbClr val="8C8C8C"/>
                </a:solidFill>
              </a:rPr>
              <a:t>rotação</a:t>
            </a:r>
            <a:endParaRPr sz="1600" b="1" i="1" dirty="0">
              <a:solidFill>
                <a:srgbClr val="8C8C8C"/>
              </a:solidFill>
            </a:endParaRP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sz="1600" b="1" i="1" dirty="0">
                <a:solidFill>
                  <a:srgbClr val="8C8C8C"/>
                </a:solidFill>
              </a:rPr>
              <a:t>        </a:t>
            </a:r>
            <a:r>
              <a:rPr sz="1600" b="1" dirty="0">
                <a:solidFill>
                  <a:srgbClr val="0033B3"/>
                </a:solidFill>
              </a:rPr>
              <a:t>if </a:t>
            </a:r>
            <a:r>
              <a:rPr sz="1600" b="1" dirty="0"/>
              <a:t>valor &lt; </a:t>
            </a:r>
            <a:r>
              <a:rPr sz="1600" b="1" dirty="0" err="1"/>
              <a:t>no_atual.esquerda.valor</a:t>
            </a:r>
            <a:r>
              <a:rPr sz="1600" b="1"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sz="1600" b="1" dirty="0"/>
              <a:t>            </a:t>
            </a:r>
            <a:r>
              <a:rPr sz="1600" b="1" dirty="0">
                <a:solidFill>
                  <a:srgbClr val="0033B3"/>
                </a:solidFill>
              </a:rPr>
              <a:t>return </a:t>
            </a:r>
            <a:r>
              <a:rPr sz="1600" b="1" dirty="0">
                <a:solidFill>
                  <a:srgbClr val="94558D"/>
                </a:solidFill>
              </a:rPr>
              <a:t>self</a:t>
            </a:r>
            <a:r>
              <a:rPr sz="1600" b="1" dirty="0"/>
              <a:t>._</a:t>
            </a:r>
            <a:r>
              <a:rPr sz="1600" b="1" dirty="0" err="1"/>
              <a:t>rotacao_direita</a:t>
            </a:r>
            <a:r>
              <a:rPr sz="1600" b="1" dirty="0"/>
              <a:t>(</a:t>
            </a:r>
            <a:r>
              <a:rPr sz="1600" b="1" dirty="0" err="1"/>
              <a:t>no_atual</a:t>
            </a:r>
            <a:r>
              <a:rPr sz="1600" b="1" dirty="0"/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sz="1600" b="1" dirty="0"/>
              <a:t>        </a:t>
            </a:r>
            <a:r>
              <a:rPr sz="1600" b="1" dirty="0">
                <a:solidFill>
                  <a:srgbClr val="0033B3"/>
                </a:solidFill>
              </a:rPr>
              <a:t>else</a:t>
            </a:r>
            <a:r>
              <a:rPr sz="1600" b="1"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sz="1600" b="1" dirty="0"/>
              <a:t>            </a:t>
            </a:r>
            <a:r>
              <a:rPr sz="1600" b="1" dirty="0" err="1"/>
              <a:t>no_atual.esquerda</a:t>
            </a:r>
            <a:r>
              <a:rPr sz="1600" b="1" dirty="0"/>
              <a:t> = </a:t>
            </a:r>
            <a:r>
              <a:rPr sz="1600" b="1" dirty="0">
                <a:solidFill>
                  <a:srgbClr val="94558D"/>
                </a:solidFill>
              </a:rPr>
              <a:t>self</a:t>
            </a:r>
            <a:r>
              <a:rPr sz="1600" b="1" dirty="0"/>
              <a:t>._</a:t>
            </a:r>
            <a:r>
              <a:rPr sz="1600" b="1" dirty="0" err="1"/>
              <a:t>rotacao_esquerda</a:t>
            </a:r>
            <a:r>
              <a:rPr sz="1600" b="1" dirty="0"/>
              <a:t>(</a:t>
            </a:r>
            <a:r>
              <a:rPr sz="1600" b="1" dirty="0" err="1"/>
              <a:t>no_atual.esquerda</a:t>
            </a:r>
            <a:r>
              <a:rPr sz="1600" b="1" dirty="0"/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sz="1600" b="1" dirty="0"/>
              <a:t>            </a:t>
            </a:r>
            <a:r>
              <a:rPr sz="1600" b="1" dirty="0">
                <a:solidFill>
                  <a:srgbClr val="0033B3"/>
                </a:solidFill>
              </a:rPr>
              <a:t>return </a:t>
            </a:r>
            <a:r>
              <a:rPr sz="1600" b="1" dirty="0">
                <a:solidFill>
                  <a:srgbClr val="94558D"/>
                </a:solidFill>
              </a:rPr>
              <a:t>self</a:t>
            </a:r>
            <a:r>
              <a:rPr sz="1600" b="1" dirty="0"/>
              <a:t>._</a:t>
            </a:r>
            <a:r>
              <a:rPr sz="1600" b="1" dirty="0" err="1"/>
              <a:t>rotacao_direita</a:t>
            </a:r>
            <a:r>
              <a:rPr sz="1600" b="1" dirty="0"/>
              <a:t>(</a:t>
            </a:r>
            <a:r>
              <a:rPr sz="1600" b="1" dirty="0" err="1"/>
              <a:t>no_atual</a:t>
            </a:r>
            <a:r>
              <a:rPr sz="1600" b="1" dirty="0"/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 sz="1600" b="1"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rPr sz="1600" b="1" dirty="0">
                <a:solidFill>
                  <a:srgbClr val="080808"/>
                </a:solidFill>
              </a:rPr>
              <a:t>    </a:t>
            </a:r>
            <a:r>
              <a:rPr sz="1600" b="1" dirty="0">
                <a:solidFill>
                  <a:srgbClr val="0033B3"/>
                </a:solidFill>
              </a:rPr>
              <a:t>if </a:t>
            </a:r>
            <a:r>
              <a:rPr sz="1600" b="1" dirty="0" err="1"/>
              <a:t>balanceamento</a:t>
            </a:r>
            <a:r>
              <a:rPr sz="1600" b="1" dirty="0"/>
              <a:t> &gt;</a:t>
            </a:r>
            <a:r>
              <a:rPr sz="1600" b="1" dirty="0">
                <a:solidFill>
                  <a:srgbClr val="080808"/>
                </a:solidFill>
              </a:rPr>
              <a:t> </a:t>
            </a:r>
            <a:r>
              <a:rPr sz="1600" b="1" dirty="0">
                <a:solidFill>
                  <a:srgbClr val="1750EB"/>
                </a:solidFill>
              </a:rPr>
              <a:t>1</a:t>
            </a:r>
            <a:r>
              <a:rPr sz="1600" b="1" dirty="0"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sz="1600" b="1" dirty="0"/>
              <a:t>        </a:t>
            </a:r>
            <a:r>
              <a:rPr sz="1600" b="1" dirty="0">
                <a:solidFill>
                  <a:srgbClr val="0033B3"/>
                </a:solidFill>
              </a:rPr>
              <a:t>if </a:t>
            </a:r>
            <a:r>
              <a:rPr sz="1600" b="1" dirty="0"/>
              <a:t>valor &gt; </a:t>
            </a:r>
            <a:r>
              <a:rPr sz="1600" b="1" dirty="0" err="1"/>
              <a:t>no_atual.direita.valor</a:t>
            </a:r>
            <a:r>
              <a:rPr sz="1600" b="1"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sz="1600" b="1" dirty="0"/>
              <a:t>            </a:t>
            </a:r>
            <a:r>
              <a:rPr sz="1600" b="1" dirty="0">
                <a:solidFill>
                  <a:srgbClr val="0033B3"/>
                </a:solidFill>
              </a:rPr>
              <a:t>return </a:t>
            </a:r>
            <a:r>
              <a:rPr sz="1600" b="1" dirty="0">
                <a:solidFill>
                  <a:srgbClr val="94558D"/>
                </a:solidFill>
              </a:rPr>
              <a:t>self</a:t>
            </a:r>
            <a:r>
              <a:rPr sz="1600" b="1" dirty="0"/>
              <a:t>._</a:t>
            </a:r>
            <a:r>
              <a:rPr sz="1600" b="1" dirty="0" err="1"/>
              <a:t>rotacao_esquerda</a:t>
            </a:r>
            <a:r>
              <a:rPr sz="1600" b="1" dirty="0"/>
              <a:t>(</a:t>
            </a:r>
            <a:r>
              <a:rPr sz="1600" b="1" dirty="0" err="1"/>
              <a:t>no_atual</a:t>
            </a:r>
            <a:r>
              <a:rPr sz="1600" b="1" dirty="0"/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sz="1600" b="1" dirty="0"/>
              <a:t>        </a:t>
            </a:r>
            <a:r>
              <a:rPr sz="1600" b="1" dirty="0">
                <a:solidFill>
                  <a:srgbClr val="0033B3"/>
                </a:solidFill>
              </a:rPr>
              <a:t>else</a:t>
            </a:r>
            <a:r>
              <a:rPr sz="1600" b="1"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sz="1600" b="1" dirty="0"/>
              <a:t>            </a:t>
            </a:r>
            <a:r>
              <a:rPr sz="1600" b="1" dirty="0" err="1"/>
              <a:t>no_atual.direita</a:t>
            </a:r>
            <a:r>
              <a:rPr sz="1600" b="1" dirty="0"/>
              <a:t> = </a:t>
            </a:r>
            <a:r>
              <a:rPr sz="1600" b="1" dirty="0">
                <a:solidFill>
                  <a:srgbClr val="94558D"/>
                </a:solidFill>
              </a:rPr>
              <a:t>self</a:t>
            </a:r>
            <a:r>
              <a:rPr sz="1600" b="1" dirty="0"/>
              <a:t>._</a:t>
            </a:r>
            <a:r>
              <a:rPr sz="1600" b="1" dirty="0" err="1"/>
              <a:t>rotacao_direita</a:t>
            </a:r>
            <a:r>
              <a:rPr sz="1600" b="1" dirty="0"/>
              <a:t>(</a:t>
            </a:r>
            <a:r>
              <a:rPr sz="1600" b="1" dirty="0" err="1"/>
              <a:t>no_atual.direita</a:t>
            </a:r>
            <a:r>
              <a:rPr sz="1600" b="1" dirty="0"/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sz="1600" b="1" dirty="0"/>
              <a:t>            </a:t>
            </a:r>
            <a:r>
              <a:rPr sz="1600" b="1" dirty="0">
                <a:solidFill>
                  <a:srgbClr val="0033B3"/>
                </a:solidFill>
              </a:rPr>
              <a:t>return </a:t>
            </a:r>
            <a:r>
              <a:rPr sz="1600" b="1" dirty="0">
                <a:solidFill>
                  <a:srgbClr val="94558D"/>
                </a:solidFill>
              </a:rPr>
              <a:t>self</a:t>
            </a:r>
            <a:r>
              <a:rPr sz="1600" b="1" dirty="0"/>
              <a:t>._</a:t>
            </a:r>
            <a:r>
              <a:rPr sz="1600" b="1" dirty="0" err="1"/>
              <a:t>rotacao_esquerda</a:t>
            </a:r>
            <a:r>
              <a:rPr sz="1600" b="1" dirty="0"/>
              <a:t>(</a:t>
            </a:r>
            <a:r>
              <a:rPr sz="1600" b="1" dirty="0" err="1"/>
              <a:t>no_atual</a:t>
            </a:r>
            <a:r>
              <a:rPr sz="1600" b="1" dirty="0"/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 sz="1600" b="1"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sz="1600" b="1" dirty="0"/>
              <a:t>    </a:t>
            </a:r>
            <a:r>
              <a:rPr sz="1600" b="1" dirty="0">
                <a:solidFill>
                  <a:srgbClr val="0033B3"/>
                </a:solidFill>
              </a:rPr>
              <a:t>return </a:t>
            </a:r>
            <a:r>
              <a:rPr sz="1600" b="1" dirty="0" err="1"/>
              <a:t>no_atual</a:t>
            </a:r>
            <a:endParaRPr sz="1600" b="1" dirty="0"/>
          </a:p>
        </p:txBody>
      </p:sp>
      <p:sp>
        <p:nvSpPr>
          <p:cNvPr id="128" name="def _rotacao_direita(self, pai):…">
            <a:extLst>
              <a:ext uri="{FF2B5EF4-FFF2-40B4-BE49-F238E27FC236}">
                <a16:creationId xmlns:a16="http://schemas.microsoft.com/office/drawing/2014/main" id="{3B103342-F264-4014-ACF4-3BCCFE69222D}"/>
              </a:ext>
            </a:extLst>
          </p:cNvPr>
          <p:cNvSpPr txBox="1"/>
          <p:nvPr/>
        </p:nvSpPr>
        <p:spPr>
          <a:xfrm>
            <a:off x="17376396" y="280510"/>
            <a:ext cx="6485658" cy="5914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/>
              <a:t>_</a:t>
            </a:r>
            <a:r>
              <a:rPr dirty="0" err="1"/>
              <a:t>rotacao_direita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>
                <a:solidFill>
                  <a:srgbClr val="080808"/>
                </a:solidFill>
              </a:rPr>
              <a:t>, </a:t>
            </a:r>
            <a:r>
              <a:rPr dirty="0" err="1">
                <a:solidFill>
                  <a:srgbClr val="080808"/>
                </a:solidFill>
              </a:rPr>
              <a:t>pai</a:t>
            </a:r>
            <a:r>
              <a:rPr dirty="0">
                <a:solidFill>
                  <a:srgbClr val="080808"/>
                </a:solidFill>
              </a:rPr>
              <a:t>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 err="1">
                <a:solidFill>
                  <a:srgbClr val="000000"/>
                </a:solidFill>
              </a:rPr>
              <a:t>filhoE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/>
              <a:t>= </a:t>
            </a:r>
            <a:r>
              <a:rPr dirty="0" err="1"/>
              <a:t>pai.esquerda</a:t>
            </a:r>
            <a:endParaRPr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 err="1">
                <a:solidFill>
                  <a:srgbClr val="000000"/>
                </a:solidFill>
              </a:rPr>
              <a:t>neto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/>
              <a:t>= </a:t>
            </a:r>
            <a:r>
              <a:rPr dirty="0" err="1">
                <a:solidFill>
                  <a:srgbClr val="000000"/>
                </a:solidFill>
              </a:rPr>
              <a:t>filhoE</a:t>
            </a:r>
            <a:r>
              <a:rPr dirty="0" err="1"/>
              <a:t>.direita</a:t>
            </a:r>
            <a:endParaRPr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 err="1">
                <a:solidFill>
                  <a:srgbClr val="000000"/>
                </a:solidFill>
              </a:rPr>
              <a:t>filhoE</a:t>
            </a:r>
            <a:r>
              <a:rPr dirty="0" err="1"/>
              <a:t>.direita</a:t>
            </a:r>
            <a:r>
              <a:rPr dirty="0"/>
              <a:t> = </a:t>
            </a:r>
            <a:r>
              <a:rPr dirty="0" err="1"/>
              <a:t>pai</a:t>
            </a:r>
            <a:endParaRPr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 err="1"/>
              <a:t>pai.esquerda</a:t>
            </a:r>
            <a:r>
              <a:rPr dirty="0"/>
              <a:t> = </a:t>
            </a:r>
            <a:r>
              <a:rPr dirty="0" err="1">
                <a:solidFill>
                  <a:srgbClr val="000000"/>
                </a:solidFill>
              </a:rPr>
              <a:t>neto</a:t>
            </a:r>
            <a:endParaRPr dirty="0">
              <a:solidFill>
                <a:srgbClr val="000000"/>
              </a:solidFill>
            </a:endParaRP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0000"/>
                </a:solidFill>
              </a:rPr>
              <a:t> </a:t>
            </a:r>
            <a:r>
              <a:rPr dirty="0"/>
              <a:t>   </a:t>
            </a:r>
            <a:r>
              <a:rPr dirty="0" err="1"/>
              <a:t>pai.altura</a:t>
            </a:r>
            <a:r>
              <a:rPr dirty="0"/>
              <a:t> = </a:t>
            </a:r>
            <a:r>
              <a:rPr dirty="0">
                <a:solidFill>
                  <a:srgbClr val="1750EB"/>
                </a:solidFill>
              </a:rPr>
              <a:t>1 </a:t>
            </a:r>
            <a:r>
              <a:rPr dirty="0"/>
              <a:t>+ </a:t>
            </a:r>
            <a:r>
              <a:rPr dirty="0">
                <a:solidFill>
                  <a:srgbClr val="011480"/>
                </a:solidFill>
              </a:rPr>
              <a:t>max</a:t>
            </a:r>
            <a:r>
              <a:rPr dirty="0"/>
              <a:t>(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altura</a:t>
            </a:r>
            <a:r>
              <a:rPr dirty="0"/>
              <a:t>(</a:t>
            </a:r>
            <a:r>
              <a:rPr dirty="0" err="1"/>
              <a:t>pai.esquerda</a:t>
            </a:r>
            <a:r>
              <a:rPr dirty="0"/>
              <a:t>),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altura</a:t>
            </a:r>
            <a:r>
              <a:rPr dirty="0"/>
              <a:t>(</a:t>
            </a:r>
            <a:r>
              <a:rPr dirty="0" err="1"/>
              <a:t>pai.direita</a:t>
            </a:r>
            <a:r>
              <a:rPr dirty="0"/>
              <a:t>))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 err="1">
                <a:solidFill>
                  <a:srgbClr val="000000"/>
                </a:solidFill>
              </a:rPr>
              <a:t>filhoE</a:t>
            </a:r>
            <a:r>
              <a:rPr dirty="0" err="1"/>
              <a:t>.altura</a:t>
            </a:r>
            <a:r>
              <a:rPr dirty="0"/>
              <a:t> = </a:t>
            </a:r>
            <a:r>
              <a:rPr dirty="0">
                <a:solidFill>
                  <a:srgbClr val="1750EB"/>
                </a:solidFill>
              </a:rPr>
              <a:t>1 </a:t>
            </a:r>
            <a:r>
              <a:rPr dirty="0"/>
              <a:t>+ </a:t>
            </a:r>
            <a:r>
              <a:rPr dirty="0">
                <a:solidFill>
                  <a:srgbClr val="011480"/>
                </a:solidFill>
              </a:rPr>
              <a:t>max</a:t>
            </a:r>
            <a:r>
              <a:rPr dirty="0"/>
              <a:t>(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altura</a:t>
            </a:r>
            <a:r>
              <a:rPr dirty="0"/>
              <a:t>(</a:t>
            </a:r>
            <a:r>
              <a:rPr dirty="0" err="1">
                <a:solidFill>
                  <a:srgbClr val="000000"/>
                </a:solidFill>
              </a:rPr>
              <a:t>filhoE</a:t>
            </a:r>
            <a:r>
              <a:rPr dirty="0" err="1"/>
              <a:t>.esquerda</a:t>
            </a:r>
            <a:r>
              <a:rPr dirty="0"/>
              <a:t>),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altura</a:t>
            </a:r>
            <a:r>
              <a:rPr dirty="0"/>
              <a:t>(</a:t>
            </a:r>
            <a:r>
              <a:rPr dirty="0" err="1">
                <a:solidFill>
                  <a:srgbClr val="000000"/>
                </a:solidFill>
              </a:rPr>
              <a:t>filhoE</a:t>
            </a:r>
            <a:r>
              <a:rPr dirty="0" err="1"/>
              <a:t>.direita</a:t>
            </a:r>
            <a:r>
              <a:rPr dirty="0"/>
              <a:t>))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</a:t>
            </a:r>
            <a:r>
              <a:rPr dirty="0"/>
              <a:t>return </a:t>
            </a:r>
            <a:r>
              <a:rPr dirty="0" err="1">
                <a:solidFill>
                  <a:srgbClr val="000000"/>
                </a:solidFill>
              </a:rPr>
              <a:t>filhoE</a:t>
            </a:r>
            <a:endParaRPr dirty="0">
              <a:solidFill>
                <a:srgbClr val="000000"/>
              </a:solidFill>
            </a:endParaRPr>
          </a:p>
        </p:txBody>
      </p:sp>
      <p:pic>
        <p:nvPicPr>
          <p:cNvPr id="129" name="Line Line" descr="Line Line">
            <a:extLst>
              <a:ext uri="{FF2B5EF4-FFF2-40B4-BE49-F238E27FC236}">
                <a16:creationId xmlns:a16="http://schemas.microsoft.com/office/drawing/2014/main" id="{46931FFA-05B3-43CB-A215-92787CE32404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3771734">
            <a:off x="9854765" y="10863869"/>
            <a:ext cx="1208158" cy="76201"/>
          </a:xfrm>
          <a:prstGeom prst="rect">
            <a:avLst/>
          </a:prstGeom>
          <a:effectLst/>
        </p:spPr>
      </p:pic>
      <p:sp>
        <p:nvSpPr>
          <p:cNvPr id="130" name="100">
            <a:extLst>
              <a:ext uri="{FF2B5EF4-FFF2-40B4-BE49-F238E27FC236}">
                <a16:creationId xmlns:a16="http://schemas.microsoft.com/office/drawing/2014/main" id="{C74B49E2-BB4B-48D3-A7B7-3FAF143071D0}"/>
              </a:ext>
            </a:extLst>
          </p:cNvPr>
          <p:cNvSpPr txBox="1"/>
          <p:nvPr/>
        </p:nvSpPr>
        <p:spPr>
          <a:xfrm flipH="1">
            <a:off x="8212464" y="12371184"/>
            <a:ext cx="1109437" cy="20600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sz="1400" b="1" dirty="0"/>
              <a:t>7AD0</a:t>
            </a:r>
          </a:p>
          <a:p>
            <a:endParaRPr lang="pt-BR" sz="1400" b="1" dirty="0"/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95630008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0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0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2500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0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2500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0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800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800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900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900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900"/>
                            </p:stCondLst>
                            <p:childTnLst>
                              <p:par>
                                <p:cTn id="39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37" grpId="0" animBg="1" advAuto="0"/>
      <p:bldP spid="2073" grpId="0" animBg="1" advAuto="0"/>
      <p:bldP spid="2085" grpId="0" animBg="1" advAuto="0"/>
      <p:bldP spid="2090" grpId="0" animBg="1" advAuto="0"/>
      <p:bldP spid="2094" grpId="0" animBg="1" advAuto="0"/>
      <p:bldP spid="2116" grpId="0" animBg="1" advAuto="0"/>
      <p:bldP spid="128" grpId="0" animBg="1" advAuto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100">
            <a:extLst>
              <a:ext uri="{FF2B5EF4-FFF2-40B4-BE49-F238E27FC236}">
                <a16:creationId xmlns:a16="http://schemas.microsoft.com/office/drawing/2014/main" id="{4CD27095-7C63-4B0F-A6C2-3B5ABA17CD35}"/>
              </a:ext>
            </a:extLst>
          </p:cNvPr>
          <p:cNvSpPr txBox="1"/>
          <p:nvPr/>
        </p:nvSpPr>
        <p:spPr>
          <a:xfrm flipH="1">
            <a:off x="14053493" y="5072537"/>
            <a:ext cx="1259913" cy="12890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sz="1400" dirty="0"/>
              <a:t>B6F0</a:t>
            </a:r>
            <a:endParaRPr lang="pt-BR" sz="1400" b="1" dirty="0"/>
          </a:p>
          <a:p>
            <a:endParaRPr dirty="0"/>
          </a:p>
        </p:txBody>
      </p:sp>
      <p:sp>
        <p:nvSpPr>
          <p:cNvPr id="1972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AVL </a:t>
            </a:r>
            <a:r>
              <a:rPr sz="5000" spc="-100" dirty="0"/>
              <a:t>Entrada: </a:t>
            </a:r>
            <a:r>
              <a:rPr lang="pt-BR" sz="5000" spc="-100" dirty="0"/>
              <a:t>Arvore final</a:t>
            </a:r>
            <a:endParaRPr sz="5000" u="sng" spc="-100" dirty="0"/>
          </a:p>
        </p:txBody>
      </p:sp>
      <p:grpSp>
        <p:nvGrpSpPr>
          <p:cNvPr id="1990" name="Group"/>
          <p:cNvGrpSpPr/>
          <p:nvPr/>
        </p:nvGrpSpPr>
        <p:grpSpPr>
          <a:xfrm>
            <a:off x="988803" y="2474604"/>
            <a:ext cx="4237787" cy="1723228"/>
            <a:chOff x="0" y="-1"/>
            <a:chExt cx="4237785" cy="1723226"/>
          </a:xfrm>
        </p:grpSpPr>
        <p:pic>
          <p:nvPicPr>
            <p:cNvPr id="1988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  <p:sp>
          <p:nvSpPr>
            <p:cNvPr id="1974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975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76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77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78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979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09" y="486673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981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983" name="end.: a310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1984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985" name="1"/>
            <p:cNvSpPr txBox="1"/>
            <p:nvPr/>
          </p:nvSpPr>
          <p:spPr>
            <a:xfrm>
              <a:off x="3394323" y="593741"/>
              <a:ext cx="302968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1</a:t>
              </a:r>
              <a:endParaRPr dirty="0"/>
            </a:p>
          </p:txBody>
        </p:sp>
        <p:pic>
          <p:nvPicPr>
            <p:cNvPr id="1986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</p:grpSp>
      <p:grpSp>
        <p:nvGrpSpPr>
          <p:cNvPr id="2011" name="Group"/>
          <p:cNvGrpSpPr/>
          <p:nvPr/>
        </p:nvGrpSpPr>
        <p:grpSpPr>
          <a:xfrm>
            <a:off x="988803" y="4290625"/>
            <a:ext cx="4265855" cy="1723228"/>
            <a:chOff x="0" y="-1"/>
            <a:chExt cx="4265853" cy="1723226"/>
          </a:xfrm>
        </p:grpSpPr>
        <p:sp>
          <p:nvSpPr>
            <p:cNvPr id="1995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99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9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9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9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2000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5292" y="465467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2002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2004" name="end.: e070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2006" name="1"/>
            <p:cNvSpPr txBox="1"/>
            <p:nvPr/>
          </p:nvSpPr>
          <p:spPr>
            <a:xfrm>
              <a:off x="3394323" y="593741"/>
              <a:ext cx="102657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endParaRPr dirty="0"/>
            </a:p>
          </p:txBody>
        </p:sp>
        <p:pic>
          <p:nvPicPr>
            <p:cNvPr id="2007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17399" y="459724"/>
              <a:ext cx="1200700" cy="736196"/>
            </a:xfrm>
            <a:prstGeom prst="rect">
              <a:avLst/>
            </a:prstGeom>
            <a:effectLst/>
          </p:spPr>
        </p:pic>
        <p:pic>
          <p:nvPicPr>
            <p:cNvPr id="2009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8847" y="448519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2012" name="E070"/>
          <p:cNvSpPr txBox="1"/>
          <p:nvPr/>
        </p:nvSpPr>
        <p:spPr>
          <a:xfrm>
            <a:off x="1169438" y="3087838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18" name="2"/>
          <p:cNvSpPr txBox="1"/>
          <p:nvPr/>
        </p:nvSpPr>
        <p:spPr>
          <a:xfrm>
            <a:off x="4392445" y="307296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grpSp>
        <p:nvGrpSpPr>
          <p:cNvPr id="2036" name="Group"/>
          <p:cNvGrpSpPr/>
          <p:nvPr/>
        </p:nvGrpSpPr>
        <p:grpSpPr>
          <a:xfrm>
            <a:off x="988803" y="6185655"/>
            <a:ext cx="4237787" cy="1723228"/>
            <a:chOff x="0" y="-1"/>
            <a:chExt cx="4237785" cy="1723226"/>
          </a:xfrm>
        </p:grpSpPr>
        <p:sp>
          <p:nvSpPr>
            <p:cNvPr id="2019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20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2021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2022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2023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2024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2025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2027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2029" name="end.: fa55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2030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31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2032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2034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2037" name="Fa55"/>
          <p:cNvSpPr txBox="1"/>
          <p:nvPr/>
        </p:nvSpPr>
        <p:spPr>
          <a:xfrm>
            <a:off x="1084500" y="4867842"/>
            <a:ext cx="110251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rPr dirty="0"/>
              <a:t> Fa55 </a:t>
            </a:r>
          </a:p>
        </p:txBody>
      </p:sp>
      <p:sp>
        <p:nvSpPr>
          <p:cNvPr id="2043" name="3"/>
          <p:cNvSpPr txBox="1"/>
          <p:nvPr/>
        </p:nvSpPr>
        <p:spPr>
          <a:xfrm>
            <a:off x="4392445" y="307296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73" name="A310"/>
          <p:cNvSpPr txBox="1"/>
          <p:nvPr/>
        </p:nvSpPr>
        <p:spPr>
          <a:xfrm>
            <a:off x="3128979" y="4884368"/>
            <a:ext cx="1162178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rPr dirty="0"/>
              <a:t> </a:t>
            </a:r>
            <a:r>
              <a:rPr lang="pt-BR" dirty="0" err="1"/>
              <a:t>None</a:t>
            </a:r>
            <a:r>
              <a:rPr dirty="0"/>
              <a:t> </a:t>
            </a:r>
          </a:p>
        </p:txBody>
      </p:sp>
      <p:sp>
        <p:nvSpPr>
          <p:cNvPr id="2085" name="None"/>
          <p:cNvSpPr txBox="1"/>
          <p:nvPr/>
        </p:nvSpPr>
        <p:spPr>
          <a:xfrm>
            <a:off x="1134169" y="3079724"/>
            <a:ext cx="1062791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pPr>
            <a:r>
              <a:rPr dirty="0"/>
              <a:t> </a:t>
            </a:r>
            <a:r>
              <a:rPr lang="pt-BR" sz="2800" dirty="0" err="1"/>
              <a:t>None</a:t>
            </a:r>
            <a:endParaRPr lang="pt-BR" sz="2800" dirty="0"/>
          </a:p>
        </p:txBody>
      </p:sp>
      <p:sp>
        <p:nvSpPr>
          <p:cNvPr id="2090" name="1"/>
          <p:cNvSpPr txBox="1"/>
          <p:nvPr/>
        </p:nvSpPr>
        <p:spPr>
          <a:xfrm>
            <a:off x="4392445" y="316914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94" name="2"/>
          <p:cNvSpPr txBox="1"/>
          <p:nvPr/>
        </p:nvSpPr>
        <p:spPr>
          <a:xfrm flipH="1">
            <a:off x="4459951" y="4900895"/>
            <a:ext cx="429490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rPr lang="pt-BR" dirty="0"/>
              <a:t>2</a:t>
            </a:r>
            <a:endParaRPr dirty="0"/>
          </a:p>
        </p:txBody>
      </p:sp>
      <p:grpSp>
        <p:nvGrpSpPr>
          <p:cNvPr id="2116" name="Group"/>
          <p:cNvGrpSpPr/>
          <p:nvPr/>
        </p:nvGrpSpPr>
        <p:grpSpPr>
          <a:xfrm>
            <a:off x="12321617" y="5426309"/>
            <a:ext cx="4091834" cy="3197813"/>
            <a:chOff x="-1299962" y="4906071"/>
            <a:chExt cx="4091831" cy="3197811"/>
          </a:xfrm>
        </p:grpSpPr>
        <p:sp>
          <p:nvSpPr>
            <p:cNvPr id="2104" name="50"/>
            <p:cNvSpPr txBox="1"/>
            <p:nvPr/>
          </p:nvSpPr>
          <p:spPr>
            <a:xfrm>
              <a:off x="67528" y="5560344"/>
              <a:ext cx="537973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rPr dirty="0"/>
                <a:t>50</a:t>
              </a:r>
            </a:p>
          </p:txBody>
        </p:sp>
        <p:sp>
          <p:nvSpPr>
            <p:cNvPr id="2105" name="Circle"/>
            <p:cNvSpPr/>
            <p:nvPr/>
          </p:nvSpPr>
          <p:spPr>
            <a:xfrm>
              <a:off x="-130081" y="533299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grpSp>
          <p:nvGrpSpPr>
            <p:cNvPr id="2112" name="Group"/>
            <p:cNvGrpSpPr/>
            <p:nvPr/>
          </p:nvGrpSpPr>
          <p:grpSpPr>
            <a:xfrm>
              <a:off x="-1299962" y="4906071"/>
              <a:ext cx="2864487" cy="3197811"/>
              <a:chOff x="-1299959" y="4000455"/>
              <a:chExt cx="2864483" cy="3197809"/>
            </a:xfrm>
          </p:grpSpPr>
          <p:sp>
            <p:nvSpPr>
              <p:cNvPr id="2108" name="20"/>
              <p:cNvSpPr txBox="1"/>
              <p:nvPr/>
            </p:nvSpPr>
            <p:spPr>
              <a:xfrm>
                <a:off x="-1068020" y="6451517"/>
                <a:ext cx="537973" cy="54813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3000"/>
                </a:lvl1pPr>
              </a:lstStyle>
              <a:p>
                <a:r>
                  <a:rPr dirty="0"/>
                  <a:t>20</a:t>
                </a:r>
              </a:p>
            </p:txBody>
          </p:sp>
          <p:sp>
            <p:nvSpPr>
              <p:cNvPr id="2109" name="Circle"/>
              <p:cNvSpPr/>
              <p:nvPr/>
            </p:nvSpPr>
            <p:spPr>
              <a:xfrm>
                <a:off x="-1299959" y="6231258"/>
                <a:ext cx="967005" cy="967006"/>
              </a:xfrm>
              <a:prstGeom prst="ellips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>
                  <a:lnSpc>
                    <a:spcPct val="100000"/>
                  </a:lnSpc>
                  <a:spcBef>
                    <a:spcPts val="0"/>
                  </a:spcBef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dirty="0"/>
              </a:p>
            </p:txBody>
          </p:sp>
          <p:pic>
            <p:nvPicPr>
              <p:cNvPr id="2110" name="Line Line" descr="Line Line"/>
              <p:cNvPicPr>
                <a:picLocks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8100000">
                <a:off x="274108" y="4000455"/>
                <a:ext cx="1290416" cy="76201"/>
              </a:xfrm>
              <a:prstGeom prst="rect">
                <a:avLst/>
              </a:prstGeom>
              <a:effectLst/>
            </p:spPr>
          </p:pic>
        </p:grpSp>
        <p:grpSp>
          <p:nvGrpSpPr>
            <p:cNvPr id="2115" name="Group"/>
            <p:cNvGrpSpPr/>
            <p:nvPr/>
          </p:nvGrpSpPr>
          <p:grpSpPr>
            <a:xfrm>
              <a:off x="1824862" y="5551281"/>
              <a:ext cx="967007" cy="967007"/>
              <a:chOff x="-231348" y="3832716"/>
              <a:chExt cx="967005" cy="967005"/>
            </a:xfrm>
          </p:grpSpPr>
          <p:sp>
            <p:nvSpPr>
              <p:cNvPr id="2113" name="100"/>
              <p:cNvSpPr txBox="1"/>
              <p:nvPr/>
            </p:nvSpPr>
            <p:spPr>
              <a:xfrm>
                <a:off x="72251" y="4148532"/>
                <a:ext cx="528989" cy="51809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defRPr sz="3000"/>
                </a:lvl1pPr>
              </a:lstStyle>
              <a:p>
                <a:r>
                  <a:rPr lang="pt-BR" dirty="0"/>
                  <a:t>90</a:t>
                </a:r>
                <a:endParaRPr dirty="0"/>
              </a:p>
            </p:txBody>
          </p:sp>
          <p:sp>
            <p:nvSpPr>
              <p:cNvPr id="2114" name="Circle"/>
              <p:cNvSpPr/>
              <p:nvPr/>
            </p:nvSpPr>
            <p:spPr>
              <a:xfrm>
                <a:off x="-231348" y="3832716"/>
                <a:ext cx="967005" cy="967005"/>
              </a:xfrm>
              <a:prstGeom prst="ellips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>
                  <a:lnSpc>
                    <a:spcPct val="100000"/>
                  </a:lnSpc>
                  <a:spcBef>
                    <a:spcPts val="0"/>
                  </a:spcBef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dirty="0"/>
              </a:p>
            </p:txBody>
          </p:sp>
        </p:grpSp>
      </p:grpSp>
      <p:grpSp>
        <p:nvGrpSpPr>
          <p:cNvPr id="63" name="Group">
            <a:extLst>
              <a:ext uri="{FF2B5EF4-FFF2-40B4-BE49-F238E27FC236}">
                <a16:creationId xmlns:a16="http://schemas.microsoft.com/office/drawing/2014/main" id="{4ECBBCB5-8629-4EAB-B276-C12FA264C276}"/>
              </a:ext>
            </a:extLst>
          </p:cNvPr>
          <p:cNvGrpSpPr/>
          <p:nvPr/>
        </p:nvGrpSpPr>
        <p:grpSpPr>
          <a:xfrm>
            <a:off x="1016871" y="8321748"/>
            <a:ext cx="4237787" cy="1723228"/>
            <a:chOff x="0" y="-1"/>
            <a:chExt cx="4237785" cy="1723226"/>
          </a:xfrm>
        </p:grpSpPr>
        <p:pic>
          <p:nvPicPr>
            <p:cNvPr id="70" name="Rectangle Rectangle" descr="Rectangle Rectangle">
              <a:extLst>
                <a:ext uri="{FF2B5EF4-FFF2-40B4-BE49-F238E27FC236}">
                  <a16:creationId xmlns:a16="http://schemas.microsoft.com/office/drawing/2014/main" id="{9D0B7304-2B73-468F-BF82-C3FEDE80AF40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76" name="Rectangle Rectangle" descr="Rectangle Rectangle">
              <a:extLst>
                <a:ext uri="{FF2B5EF4-FFF2-40B4-BE49-F238E27FC236}">
                  <a16:creationId xmlns:a16="http://schemas.microsoft.com/office/drawing/2014/main" id="{26CF4D83-3653-4199-97A9-249B38F8C24D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  <p:pic>
          <p:nvPicPr>
            <p:cNvPr id="75" name="Rectangle Rectangle" descr="Rectangle Rectangle">
              <a:extLst>
                <a:ext uri="{FF2B5EF4-FFF2-40B4-BE49-F238E27FC236}">
                  <a16:creationId xmlns:a16="http://schemas.microsoft.com/office/drawing/2014/main" id="{F63C3C54-C650-45BA-98C3-1344D6A8A848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sp>
          <p:nvSpPr>
            <p:cNvPr id="64" name="None">
              <a:extLst>
                <a:ext uri="{FF2B5EF4-FFF2-40B4-BE49-F238E27FC236}">
                  <a16:creationId xmlns:a16="http://schemas.microsoft.com/office/drawing/2014/main" id="{E0735093-1F1A-4F66-A3C6-6EA644A30D86}"/>
                </a:ext>
              </a:extLst>
            </p:cNvPr>
            <p:cNvSpPr txBox="1"/>
            <p:nvPr/>
          </p:nvSpPr>
          <p:spPr>
            <a:xfrm>
              <a:off x="190500" y="559345"/>
              <a:ext cx="904094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e070</a:t>
              </a:r>
            </a:p>
          </p:txBody>
        </p:sp>
        <p:sp>
          <p:nvSpPr>
            <p:cNvPr id="65" name="20">
              <a:extLst>
                <a:ext uri="{FF2B5EF4-FFF2-40B4-BE49-F238E27FC236}">
                  <a16:creationId xmlns:a16="http://schemas.microsoft.com/office/drawing/2014/main" id="{F082B54D-87B6-4AAB-B8B8-D1291A84AC66}"/>
                </a:ext>
              </a:extLst>
            </p:cNvPr>
            <p:cNvSpPr txBox="1"/>
            <p:nvPr/>
          </p:nvSpPr>
          <p:spPr>
            <a:xfrm>
              <a:off x="1353866" y="593741"/>
              <a:ext cx="503343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8</a:t>
              </a:r>
              <a:r>
                <a:rPr dirty="0"/>
                <a:t>0</a:t>
              </a:r>
            </a:p>
          </p:txBody>
        </p:sp>
        <p:sp>
          <p:nvSpPr>
            <p:cNvPr id="66" name="esquerda">
              <a:extLst>
                <a:ext uri="{FF2B5EF4-FFF2-40B4-BE49-F238E27FC236}">
                  <a16:creationId xmlns:a16="http://schemas.microsoft.com/office/drawing/2014/main" id="{CF0610EE-38C8-4B05-A2AA-0908E0F7D461}"/>
                </a:ext>
              </a:extLst>
            </p:cNvPr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67" name="valor">
              <a:extLst>
                <a:ext uri="{FF2B5EF4-FFF2-40B4-BE49-F238E27FC236}">
                  <a16:creationId xmlns:a16="http://schemas.microsoft.com/office/drawing/2014/main" id="{DF6E8F11-1A7A-41AF-9BA3-667B689CDAAB}"/>
                </a:ext>
              </a:extLst>
            </p:cNvPr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68" name="direita">
              <a:extLst>
                <a:ext uri="{FF2B5EF4-FFF2-40B4-BE49-F238E27FC236}">
                  <a16:creationId xmlns:a16="http://schemas.microsoft.com/office/drawing/2014/main" id="{D6623BC9-2BEF-40FA-8922-EF11E132F8E1}"/>
                </a:ext>
              </a:extLst>
            </p:cNvPr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69" name="Altura">
              <a:extLst>
                <a:ext uri="{FF2B5EF4-FFF2-40B4-BE49-F238E27FC236}">
                  <a16:creationId xmlns:a16="http://schemas.microsoft.com/office/drawing/2014/main" id="{6E0842B8-765F-4680-B5BE-D7F4963F406B}"/>
                </a:ext>
              </a:extLst>
            </p:cNvPr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71" name="Rectangle Rectangle" descr="Rectangle Rectangle">
              <a:extLst>
                <a:ext uri="{FF2B5EF4-FFF2-40B4-BE49-F238E27FC236}">
                  <a16:creationId xmlns:a16="http://schemas.microsoft.com/office/drawing/2014/main" id="{AD87893E-B31B-4376-B4C1-BD78C89E9C79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7506" y="433011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72" name="end.: fa55">
              <a:extLst>
                <a:ext uri="{FF2B5EF4-FFF2-40B4-BE49-F238E27FC236}">
                  <a16:creationId xmlns:a16="http://schemas.microsoft.com/office/drawing/2014/main" id="{9BA7C670-A181-45BA-B5B7-34D134B8F9AA}"/>
                </a:ext>
              </a:extLst>
            </p:cNvPr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73" name="None">
              <a:extLst>
                <a:ext uri="{FF2B5EF4-FFF2-40B4-BE49-F238E27FC236}">
                  <a16:creationId xmlns:a16="http://schemas.microsoft.com/office/drawing/2014/main" id="{F354D9EE-B1B1-4A90-AFF6-0AB293C892FC}"/>
                </a:ext>
              </a:extLst>
            </p:cNvPr>
            <p:cNvSpPr txBox="1"/>
            <p:nvPr/>
          </p:nvSpPr>
          <p:spPr>
            <a:xfrm>
              <a:off x="2256357" y="559345"/>
              <a:ext cx="942566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B820</a:t>
              </a:r>
            </a:p>
          </p:txBody>
        </p:sp>
        <p:sp>
          <p:nvSpPr>
            <p:cNvPr id="74" name="1">
              <a:extLst>
                <a:ext uri="{FF2B5EF4-FFF2-40B4-BE49-F238E27FC236}">
                  <a16:creationId xmlns:a16="http://schemas.microsoft.com/office/drawing/2014/main" id="{25115FA9-FF07-4B84-82A3-2AD647463CAC}"/>
                </a:ext>
              </a:extLst>
            </p:cNvPr>
            <p:cNvSpPr txBox="1"/>
            <p:nvPr/>
          </p:nvSpPr>
          <p:spPr>
            <a:xfrm>
              <a:off x="3394323" y="593741"/>
              <a:ext cx="302968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3</a:t>
              </a:r>
              <a:endParaRPr dirty="0"/>
            </a:p>
          </p:txBody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9FC41EFD-3645-4BE8-9E8A-24F1A172BD56}"/>
              </a:ext>
            </a:extLst>
          </p:cNvPr>
          <p:cNvSpPr txBox="1"/>
          <p:nvPr/>
        </p:nvSpPr>
        <p:spPr>
          <a:xfrm>
            <a:off x="11845323" y="8134642"/>
            <a:ext cx="846768" cy="90127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pt-BR" sz="16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t>Fa55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515CCE6-2D72-41C0-B14E-D5E81D6F8EBB}"/>
              </a:ext>
            </a:extLst>
          </p:cNvPr>
          <p:cNvSpPr/>
          <p:nvPr/>
        </p:nvSpPr>
        <p:spPr>
          <a:xfrm>
            <a:off x="16329130" y="6954462"/>
            <a:ext cx="582211" cy="2862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b="1" dirty="0">
                <a:solidFill>
                  <a:schemeClr val="tx1"/>
                </a:solidFill>
                <a:latin typeface="Consolas" panose="020B0609020204030204" pitchFamily="49" charset="0"/>
              </a:rPr>
              <a:t>B820</a:t>
            </a:r>
            <a:endParaRPr lang="pt-BR" sz="14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2801250-5ED7-4048-A999-C13CB8AB0075}"/>
              </a:ext>
            </a:extLst>
          </p:cNvPr>
          <p:cNvSpPr/>
          <p:nvPr/>
        </p:nvSpPr>
        <p:spPr>
          <a:xfrm>
            <a:off x="12971872" y="6575858"/>
            <a:ext cx="633507" cy="3139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600" b="1" dirty="0">
                <a:solidFill>
                  <a:schemeClr val="tx1"/>
                </a:solidFill>
                <a:latin typeface="Consolas" panose="020B0609020204030204" pitchFamily="49" charset="0"/>
              </a:rPr>
              <a:t>e070</a:t>
            </a:r>
          </a:p>
        </p:txBody>
      </p:sp>
      <p:sp>
        <p:nvSpPr>
          <p:cNvPr id="80" name="Circle">
            <a:extLst>
              <a:ext uri="{FF2B5EF4-FFF2-40B4-BE49-F238E27FC236}">
                <a16:creationId xmlns:a16="http://schemas.microsoft.com/office/drawing/2014/main" id="{5D56C59F-926B-4BFC-9C05-AD2E68794FBC}"/>
              </a:ext>
            </a:extLst>
          </p:cNvPr>
          <p:cNvSpPr/>
          <p:nvPr/>
        </p:nvSpPr>
        <p:spPr>
          <a:xfrm>
            <a:off x="14710783" y="4102870"/>
            <a:ext cx="967008" cy="967008"/>
          </a:xfrm>
          <a:prstGeom prst="ellips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81" name="100">
            <a:extLst>
              <a:ext uri="{FF2B5EF4-FFF2-40B4-BE49-F238E27FC236}">
                <a16:creationId xmlns:a16="http://schemas.microsoft.com/office/drawing/2014/main" id="{65BD8A24-80CC-446B-815C-824FC5DB3CEF}"/>
              </a:ext>
            </a:extLst>
          </p:cNvPr>
          <p:cNvSpPr txBox="1"/>
          <p:nvPr/>
        </p:nvSpPr>
        <p:spPr>
          <a:xfrm>
            <a:off x="14917451" y="4510041"/>
            <a:ext cx="528991" cy="5180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dirty="0"/>
              <a:t>80</a:t>
            </a:r>
            <a:endParaRPr dirty="0"/>
          </a:p>
        </p:txBody>
      </p:sp>
      <p:pic>
        <p:nvPicPr>
          <p:cNvPr id="83" name="Line Line" descr="Line Line">
            <a:extLst>
              <a:ext uri="{FF2B5EF4-FFF2-40B4-BE49-F238E27FC236}">
                <a16:creationId xmlns:a16="http://schemas.microsoft.com/office/drawing/2014/main" id="{02570A43-8449-41FA-BCE7-901EC6DF0374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7714573">
            <a:off x="12740324" y="7159773"/>
            <a:ext cx="1208158" cy="76201"/>
          </a:xfrm>
          <a:prstGeom prst="rect">
            <a:avLst/>
          </a:prstGeom>
          <a:effectLst/>
        </p:spPr>
      </p:pic>
      <p:grpSp>
        <p:nvGrpSpPr>
          <p:cNvPr id="84" name="Group">
            <a:extLst>
              <a:ext uri="{FF2B5EF4-FFF2-40B4-BE49-F238E27FC236}">
                <a16:creationId xmlns:a16="http://schemas.microsoft.com/office/drawing/2014/main" id="{51E0CA49-F2B5-4503-A549-3DA77FF75F4E}"/>
              </a:ext>
            </a:extLst>
          </p:cNvPr>
          <p:cNvGrpSpPr/>
          <p:nvPr/>
        </p:nvGrpSpPr>
        <p:grpSpPr>
          <a:xfrm>
            <a:off x="1048652" y="10217199"/>
            <a:ext cx="4237787" cy="1723228"/>
            <a:chOff x="0" y="-1"/>
            <a:chExt cx="4237785" cy="1723226"/>
          </a:xfrm>
        </p:grpSpPr>
        <p:pic>
          <p:nvPicPr>
            <p:cNvPr id="96" name="Rectangle Rectangle" descr="Rectangle Rectangle">
              <a:extLst>
                <a:ext uri="{FF2B5EF4-FFF2-40B4-BE49-F238E27FC236}">
                  <a16:creationId xmlns:a16="http://schemas.microsoft.com/office/drawing/2014/main" id="{CE4C87F2-0DB5-481E-BD58-D4AB58C7BA15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97" name="Rectangle Rectangle" descr="Rectangle Rectangle">
              <a:extLst>
                <a:ext uri="{FF2B5EF4-FFF2-40B4-BE49-F238E27FC236}">
                  <a16:creationId xmlns:a16="http://schemas.microsoft.com/office/drawing/2014/main" id="{EA6C9807-3869-454F-A0BF-E2D6EF272463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  <p:pic>
          <p:nvPicPr>
            <p:cNvPr id="91" name="Rectangle Rectangle" descr="Rectangle Rectangle">
              <a:extLst>
                <a:ext uri="{FF2B5EF4-FFF2-40B4-BE49-F238E27FC236}">
                  <a16:creationId xmlns:a16="http://schemas.microsoft.com/office/drawing/2014/main" id="{051CECF2-D911-40EA-B94D-6081F8164933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92" name="Rectangle Rectangle" descr="Rectangle Rectangle">
              <a:extLst>
                <a:ext uri="{FF2B5EF4-FFF2-40B4-BE49-F238E27FC236}">
                  <a16:creationId xmlns:a16="http://schemas.microsoft.com/office/drawing/2014/main" id="{C04B212A-4E45-4003-AEEF-EE11C68E808B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7506" y="433011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85" name="None">
              <a:extLst>
                <a:ext uri="{FF2B5EF4-FFF2-40B4-BE49-F238E27FC236}">
                  <a16:creationId xmlns:a16="http://schemas.microsoft.com/office/drawing/2014/main" id="{1175FA53-709E-4BBC-90FF-EFAEFAFAEFBE}"/>
                </a:ext>
              </a:extLst>
            </p:cNvPr>
            <p:cNvSpPr txBox="1"/>
            <p:nvPr/>
          </p:nvSpPr>
          <p:spPr>
            <a:xfrm>
              <a:off x="190500" y="559345"/>
              <a:ext cx="1001877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7AD0</a:t>
              </a:r>
            </a:p>
          </p:txBody>
        </p:sp>
        <p:sp>
          <p:nvSpPr>
            <p:cNvPr id="86" name="20">
              <a:extLst>
                <a:ext uri="{FF2B5EF4-FFF2-40B4-BE49-F238E27FC236}">
                  <a16:creationId xmlns:a16="http://schemas.microsoft.com/office/drawing/2014/main" id="{F11F6458-81D5-4CFF-B4A3-11CD8806AA75}"/>
                </a:ext>
              </a:extLst>
            </p:cNvPr>
            <p:cNvSpPr txBox="1"/>
            <p:nvPr/>
          </p:nvSpPr>
          <p:spPr>
            <a:xfrm>
              <a:off x="1353866" y="593741"/>
              <a:ext cx="503343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9</a:t>
              </a:r>
              <a:r>
                <a:rPr dirty="0"/>
                <a:t>0</a:t>
              </a:r>
            </a:p>
          </p:txBody>
        </p:sp>
        <p:sp>
          <p:nvSpPr>
            <p:cNvPr id="87" name="esquerda">
              <a:extLst>
                <a:ext uri="{FF2B5EF4-FFF2-40B4-BE49-F238E27FC236}">
                  <a16:creationId xmlns:a16="http://schemas.microsoft.com/office/drawing/2014/main" id="{5D92BA2C-FD68-4044-996D-392C07596608}"/>
                </a:ext>
              </a:extLst>
            </p:cNvPr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88" name="valor">
              <a:extLst>
                <a:ext uri="{FF2B5EF4-FFF2-40B4-BE49-F238E27FC236}">
                  <a16:creationId xmlns:a16="http://schemas.microsoft.com/office/drawing/2014/main" id="{B82EC5D2-4C1D-41A8-853B-766EBB8AAD74}"/>
                </a:ext>
              </a:extLst>
            </p:cNvPr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89" name="direita">
              <a:extLst>
                <a:ext uri="{FF2B5EF4-FFF2-40B4-BE49-F238E27FC236}">
                  <a16:creationId xmlns:a16="http://schemas.microsoft.com/office/drawing/2014/main" id="{B72A4BF5-7E33-4C24-9EFE-AD66C9EFDC37}"/>
                </a:ext>
              </a:extLst>
            </p:cNvPr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90" name="Altura">
              <a:extLst>
                <a:ext uri="{FF2B5EF4-FFF2-40B4-BE49-F238E27FC236}">
                  <a16:creationId xmlns:a16="http://schemas.microsoft.com/office/drawing/2014/main" id="{4D8E222E-7223-4565-B9F7-E1A61A883B51}"/>
                </a:ext>
              </a:extLst>
            </p:cNvPr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sp>
          <p:nvSpPr>
            <p:cNvPr id="93" name="end.: fa55">
              <a:extLst>
                <a:ext uri="{FF2B5EF4-FFF2-40B4-BE49-F238E27FC236}">
                  <a16:creationId xmlns:a16="http://schemas.microsoft.com/office/drawing/2014/main" id="{1E81D892-7261-45EC-BA3A-7580EA8BA699}"/>
                </a:ext>
              </a:extLst>
            </p:cNvPr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94" name="None">
              <a:extLst>
                <a:ext uri="{FF2B5EF4-FFF2-40B4-BE49-F238E27FC236}">
                  <a16:creationId xmlns:a16="http://schemas.microsoft.com/office/drawing/2014/main" id="{A5059722-00B2-4961-A512-7EAD0D17CEAB}"/>
                </a:ext>
              </a:extLst>
            </p:cNvPr>
            <p:cNvSpPr txBox="1"/>
            <p:nvPr/>
          </p:nvSpPr>
          <p:spPr>
            <a:xfrm>
              <a:off x="2256357" y="559345"/>
              <a:ext cx="904094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a310</a:t>
              </a:r>
            </a:p>
          </p:txBody>
        </p:sp>
        <p:sp>
          <p:nvSpPr>
            <p:cNvPr id="95" name="1">
              <a:extLst>
                <a:ext uri="{FF2B5EF4-FFF2-40B4-BE49-F238E27FC236}">
                  <a16:creationId xmlns:a16="http://schemas.microsoft.com/office/drawing/2014/main" id="{92CB6952-C126-4789-AE1C-D62682207446}"/>
                </a:ext>
              </a:extLst>
            </p:cNvPr>
            <p:cNvSpPr txBox="1"/>
            <p:nvPr/>
          </p:nvSpPr>
          <p:spPr>
            <a:xfrm>
              <a:off x="3394323" y="593741"/>
              <a:ext cx="302968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2</a:t>
              </a:r>
              <a:endParaRPr dirty="0"/>
            </a:p>
          </p:txBody>
        </p:sp>
      </p:grpSp>
      <p:sp>
        <p:nvSpPr>
          <p:cNvPr id="100" name="Circle">
            <a:extLst>
              <a:ext uri="{FF2B5EF4-FFF2-40B4-BE49-F238E27FC236}">
                <a16:creationId xmlns:a16="http://schemas.microsoft.com/office/drawing/2014/main" id="{15DA2475-8C36-4194-B84A-B6AA098443EA}"/>
              </a:ext>
            </a:extLst>
          </p:cNvPr>
          <p:cNvSpPr/>
          <p:nvPr/>
        </p:nvSpPr>
        <p:spPr>
          <a:xfrm>
            <a:off x="16407703" y="7889337"/>
            <a:ext cx="967008" cy="967008"/>
          </a:xfrm>
          <a:prstGeom prst="ellips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101" name="100">
            <a:extLst>
              <a:ext uri="{FF2B5EF4-FFF2-40B4-BE49-F238E27FC236}">
                <a16:creationId xmlns:a16="http://schemas.microsoft.com/office/drawing/2014/main" id="{8BCF8DF5-1704-407A-9D66-815A1A4A3B88}"/>
              </a:ext>
            </a:extLst>
          </p:cNvPr>
          <p:cNvSpPr txBox="1"/>
          <p:nvPr/>
        </p:nvSpPr>
        <p:spPr>
          <a:xfrm>
            <a:off x="16504850" y="8202751"/>
            <a:ext cx="772713" cy="5180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dirty="0"/>
              <a:t>100</a:t>
            </a:r>
            <a:endParaRPr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C6F005C1-DC18-4F45-B44D-7D548014603E}"/>
              </a:ext>
            </a:extLst>
          </p:cNvPr>
          <p:cNvSpPr/>
          <p:nvPr/>
        </p:nvSpPr>
        <p:spPr>
          <a:xfrm>
            <a:off x="16873494" y="8880446"/>
            <a:ext cx="582211" cy="2862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a310</a:t>
            </a:r>
            <a:endParaRPr lang="pt-BR" sz="1400" b="1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pic>
        <p:nvPicPr>
          <p:cNvPr id="107" name="Line Line" descr="Line Line">
            <a:extLst>
              <a:ext uri="{FF2B5EF4-FFF2-40B4-BE49-F238E27FC236}">
                <a16:creationId xmlns:a16="http://schemas.microsoft.com/office/drawing/2014/main" id="{8F9D94AE-125F-4943-A51A-DB8505B73087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4600255">
            <a:off x="14973159" y="5549763"/>
            <a:ext cx="1208158" cy="76201"/>
          </a:xfrm>
          <a:prstGeom prst="rect">
            <a:avLst/>
          </a:prstGeom>
          <a:effectLst/>
        </p:spPr>
      </p:pic>
      <p:grpSp>
        <p:nvGrpSpPr>
          <p:cNvPr id="109" name="Group">
            <a:extLst>
              <a:ext uri="{FF2B5EF4-FFF2-40B4-BE49-F238E27FC236}">
                <a16:creationId xmlns:a16="http://schemas.microsoft.com/office/drawing/2014/main" id="{800279F3-2D40-4EB7-BF42-3353F2CD5F75}"/>
              </a:ext>
            </a:extLst>
          </p:cNvPr>
          <p:cNvGrpSpPr/>
          <p:nvPr/>
        </p:nvGrpSpPr>
        <p:grpSpPr>
          <a:xfrm>
            <a:off x="1010633" y="12121945"/>
            <a:ext cx="4237787" cy="1723228"/>
            <a:chOff x="0" y="-1"/>
            <a:chExt cx="4237785" cy="1723226"/>
          </a:xfrm>
        </p:grpSpPr>
        <p:pic>
          <p:nvPicPr>
            <p:cNvPr id="110" name="Rectangle Rectangle" descr="Rectangle Rectangle">
              <a:extLst>
                <a:ext uri="{FF2B5EF4-FFF2-40B4-BE49-F238E27FC236}">
                  <a16:creationId xmlns:a16="http://schemas.microsoft.com/office/drawing/2014/main" id="{FACB0EC6-BBA3-4389-BFEE-90A5AD1E288B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11" name="Rectangle Rectangle" descr="Rectangle Rectangle">
              <a:extLst>
                <a:ext uri="{FF2B5EF4-FFF2-40B4-BE49-F238E27FC236}">
                  <a16:creationId xmlns:a16="http://schemas.microsoft.com/office/drawing/2014/main" id="{025E55B4-9F16-48FD-BE4D-7FA3AD87AA92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  <p:pic>
          <p:nvPicPr>
            <p:cNvPr id="112" name="Rectangle Rectangle" descr="Rectangle Rectangle">
              <a:extLst>
                <a:ext uri="{FF2B5EF4-FFF2-40B4-BE49-F238E27FC236}">
                  <a16:creationId xmlns:a16="http://schemas.microsoft.com/office/drawing/2014/main" id="{C78954AC-20FE-412F-8922-A54B73B8D894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13" name="Rectangle Rectangle" descr="Rectangle Rectangle">
              <a:extLst>
                <a:ext uri="{FF2B5EF4-FFF2-40B4-BE49-F238E27FC236}">
                  <a16:creationId xmlns:a16="http://schemas.microsoft.com/office/drawing/2014/main" id="{5E96C899-20B9-4671-98D8-FAB505E702D5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7506" y="433011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14" name="None">
              <a:extLst>
                <a:ext uri="{FF2B5EF4-FFF2-40B4-BE49-F238E27FC236}">
                  <a16:creationId xmlns:a16="http://schemas.microsoft.com/office/drawing/2014/main" id="{2BF68B7A-05CC-470B-8A08-BBA89B306989}"/>
                </a:ext>
              </a:extLst>
            </p:cNvPr>
            <p:cNvSpPr txBox="1"/>
            <p:nvPr/>
          </p:nvSpPr>
          <p:spPr>
            <a:xfrm>
              <a:off x="190500" y="559345"/>
              <a:ext cx="963405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 err="1"/>
                <a:t>None</a:t>
              </a:r>
              <a:endParaRPr lang="pt-BR" dirty="0"/>
            </a:p>
          </p:txBody>
        </p:sp>
        <p:sp>
          <p:nvSpPr>
            <p:cNvPr id="115" name="20">
              <a:extLst>
                <a:ext uri="{FF2B5EF4-FFF2-40B4-BE49-F238E27FC236}">
                  <a16:creationId xmlns:a16="http://schemas.microsoft.com/office/drawing/2014/main" id="{B1538378-FFB8-46AC-AB24-3094828726F4}"/>
                </a:ext>
              </a:extLst>
            </p:cNvPr>
            <p:cNvSpPr txBox="1"/>
            <p:nvPr/>
          </p:nvSpPr>
          <p:spPr>
            <a:xfrm>
              <a:off x="1353866" y="593741"/>
              <a:ext cx="503343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85</a:t>
              </a:r>
              <a:endParaRPr dirty="0"/>
            </a:p>
          </p:txBody>
        </p:sp>
        <p:sp>
          <p:nvSpPr>
            <p:cNvPr id="116" name="esquerda">
              <a:extLst>
                <a:ext uri="{FF2B5EF4-FFF2-40B4-BE49-F238E27FC236}">
                  <a16:creationId xmlns:a16="http://schemas.microsoft.com/office/drawing/2014/main" id="{F66A0596-0E0A-4E1A-9FD8-9AFCE0F47740}"/>
                </a:ext>
              </a:extLst>
            </p:cNvPr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17" name="valor">
              <a:extLst>
                <a:ext uri="{FF2B5EF4-FFF2-40B4-BE49-F238E27FC236}">
                  <a16:creationId xmlns:a16="http://schemas.microsoft.com/office/drawing/2014/main" id="{46E4321D-01C4-4F29-B4F3-321C62AC16B6}"/>
                </a:ext>
              </a:extLst>
            </p:cNvPr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18" name="direita">
              <a:extLst>
                <a:ext uri="{FF2B5EF4-FFF2-40B4-BE49-F238E27FC236}">
                  <a16:creationId xmlns:a16="http://schemas.microsoft.com/office/drawing/2014/main" id="{80CB26DA-3E8E-4592-B295-E3E8472B400D}"/>
                </a:ext>
              </a:extLst>
            </p:cNvPr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19" name="Altura">
              <a:extLst>
                <a:ext uri="{FF2B5EF4-FFF2-40B4-BE49-F238E27FC236}">
                  <a16:creationId xmlns:a16="http://schemas.microsoft.com/office/drawing/2014/main" id="{F6011ADF-7A48-4412-972B-C66342A62F3E}"/>
                </a:ext>
              </a:extLst>
            </p:cNvPr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sp>
          <p:nvSpPr>
            <p:cNvPr id="120" name="end.: fa55">
              <a:extLst>
                <a:ext uri="{FF2B5EF4-FFF2-40B4-BE49-F238E27FC236}">
                  <a16:creationId xmlns:a16="http://schemas.microsoft.com/office/drawing/2014/main" id="{7E8E9A2F-0363-490B-83AA-99C17124B0B9}"/>
                </a:ext>
              </a:extLst>
            </p:cNvPr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121" name="None">
              <a:extLst>
                <a:ext uri="{FF2B5EF4-FFF2-40B4-BE49-F238E27FC236}">
                  <a16:creationId xmlns:a16="http://schemas.microsoft.com/office/drawing/2014/main" id="{6B65E7F2-ED95-463B-A7A7-A1B4C5C58C91}"/>
                </a:ext>
              </a:extLst>
            </p:cNvPr>
            <p:cNvSpPr txBox="1"/>
            <p:nvPr/>
          </p:nvSpPr>
          <p:spPr>
            <a:xfrm>
              <a:off x="2256357" y="559345"/>
              <a:ext cx="963405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 err="1"/>
                <a:t>None</a:t>
              </a:r>
              <a:endParaRPr lang="pt-BR" dirty="0"/>
            </a:p>
          </p:txBody>
        </p:sp>
        <p:sp>
          <p:nvSpPr>
            <p:cNvPr id="122" name="1">
              <a:extLst>
                <a:ext uri="{FF2B5EF4-FFF2-40B4-BE49-F238E27FC236}">
                  <a16:creationId xmlns:a16="http://schemas.microsoft.com/office/drawing/2014/main" id="{7DCE4963-DC10-46D7-B2CF-DD847BA6D721}"/>
                </a:ext>
              </a:extLst>
            </p:cNvPr>
            <p:cNvSpPr txBox="1"/>
            <p:nvPr/>
          </p:nvSpPr>
          <p:spPr>
            <a:xfrm>
              <a:off x="3394323" y="593741"/>
              <a:ext cx="302968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rPr lang="pt-BR" dirty="0"/>
                <a:t>1</a:t>
              </a:r>
              <a:endParaRPr dirty="0"/>
            </a:p>
          </p:txBody>
        </p:sp>
      </p:grpSp>
      <p:pic>
        <p:nvPicPr>
          <p:cNvPr id="123" name="Line Line" descr="Line Line">
            <a:extLst>
              <a:ext uri="{FF2B5EF4-FFF2-40B4-BE49-F238E27FC236}">
                <a16:creationId xmlns:a16="http://schemas.microsoft.com/office/drawing/2014/main" id="{5CBCEE15-DC01-4956-81D3-987D924DBCCF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7714573">
            <a:off x="14883005" y="7435486"/>
            <a:ext cx="1208158" cy="76201"/>
          </a:xfrm>
          <a:prstGeom prst="rect">
            <a:avLst/>
          </a:prstGeom>
          <a:effectLst/>
        </p:spPr>
      </p:pic>
      <p:sp>
        <p:nvSpPr>
          <p:cNvPr id="124" name="Circle">
            <a:extLst>
              <a:ext uri="{FF2B5EF4-FFF2-40B4-BE49-F238E27FC236}">
                <a16:creationId xmlns:a16="http://schemas.microsoft.com/office/drawing/2014/main" id="{DE42EB94-D868-413C-9510-95178EFD028A}"/>
              </a:ext>
            </a:extLst>
          </p:cNvPr>
          <p:cNvSpPr/>
          <p:nvPr/>
        </p:nvSpPr>
        <p:spPr>
          <a:xfrm>
            <a:off x="14580941" y="7923008"/>
            <a:ext cx="967008" cy="967008"/>
          </a:xfrm>
          <a:prstGeom prst="ellips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125" name="100">
            <a:extLst>
              <a:ext uri="{FF2B5EF4-FFF2-40B4-BE49-F238E27FC236}">
                <a16:creationId xmlns:a16="http://schemas.microsoft.com/office/drawing/2014/main" id="{A247E7DF-F973-4C71-B010-18C50AD49A5E}"/>
              </a:ext>
            </a:extLst>
          </p:cNvPr>
          <p:cNvSpPr txBox="1"/>
          <p:nvPr/>
        </p:nvSpPr>
        <p:spPr>
          <a:xfrm>
            <a:off x="14787609" y="8330179"/>
            <a:ext cx="528991" cy="5180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dirty="0"/>
              <a:t>85</a:t>
            </a:r>
            <a:endParaRPr dirty="0"/>
          </a:p>
        </p:txBody>
      </p:sp>
      <p:pic>
        <p:nvPicPr>
          <p:cNvPr id="129" name="Line Line" descr="Line Line">
            <a:extLst>
              <a:ext uri="{FF2B5EF4-FFF2-40B4-BE49-F238E27FC236}">
                <a16:creationId xmlns:a16="http://schemas.microsoft.com/office/drawing/2014/main" id="{46931FFA-05B3-43CB-A215-92787CE32404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3771734">
            <a:off x="15798365" y="7400634"/>
            <a:ext cx="1208158" cy="76201"/>
          </a:xfrm>
          <a:prstGeom prst="rect">
            <a:avLst/>
          </a:prstGeom>
          <a:effectLst/>
        </p:spPr>
      </p:pic>
      <p:sp>
        <p:nvSpPr>
          <p:cNvPr id="130" name="100">
            <a:extLst>
              <a:ext uri="{FF2B5EF4-FFF2-40B4-BE49-F238E27FC236}">
                <a16:creationId xmlns:a16="http://schemas.microsoft.com/office/drawing/2014/main" id="{C74B49E2-BB4B-48D3-A7B7-3FAF143071D0}"/>
              </a:ext>
            </a:extLst>
          </p:cNvPr>
          <p:cNvSpPr txBox="1"/>
          <p:nvPr/>
        </p:nvSpPr>
        <p:spPr>
          <a:xfrm flipH="1">
            <a:off x="14261738" y="9101136"/>
            <a:ext cx="1109437" cy="20600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>
            <a:lvl1pPr>
              <a:defRPr sz="3000"/>
            </a:lvl1pPr>
          </a:lstStyle>
          <a:p>
            <a:r>
              <a:rPr lang="pt-BR" sz="1400" b="1" dirty="0"/>
              <a:t>7AD0</a:t>
            </a:r>
          </a:p>
          <a:p>
            <a:endParaRPr lang="pt-BR" sz="1400" b="1" dirty="0"/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44531991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0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0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2500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0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2500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0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800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800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900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900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37" grpId="0" animBg="1" advAuto="0"/>
      <p:bldP spid="2073" grpId="0" animBg="1" advAuto="0"/>
      <p:bldP spid="2085" grpId="0" animBg="1" advAuto="0"/>
      <p:bldP spid="2090" grpId="0" animBg="1" advAuto="0"/>
      <p:bldP spid="2094" grpId="0" animBg="1" advAuto="0"/>
      <p:bldP spid="2116" grpId="0" animBg="1" advAuto="0"/>
    </p:bldLst>
  </p:timing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6452</Words>
  <Application>Microsoft Office PowerPoint</Application>
  <PresentationFormat>Personalizar</PresentationFormat>
  <Paragraphs>1504</Paragraphs>
  <Slides>25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25</vt:i4>
      </vt:variant>
    </vt:vector>
  </HeadingPairs>
  <TitlesOfParts>
    <vt:vector size="30" baseType="lpstr">
      <vt:lpstr>Consolas</vt:lpstr>
      <vt:lpstr>Courier</vt:lpstr>
      <vt:lpstr>Helvetica Neue</vt:lpstr>
      <vt:lpstr>Helvetica Neue Medium</vt:lpstr>
      <vt:lpstr>21_BasicWhite</vt:lpstr>
      <vt:lpstr>Árvores AVL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20, 80</vt:lpstr>
      <vt:lpstr>AVL Entrada: 100, 50, 20, 80, 90</vt:lpstr>
      <vt:lpstr>AVL Entrada: 100, 50, 20, 80, 90(Rotacao – esq e dir)</vt:lpstr>
      <vt:lpstr>AVL Entrada: 100, 50, 20, 80, 90, 85</vt:lpstr>
      <vt:lpstr>AVL Entrada: 100, 50, 20, 80, 90, 85(Rotação – dir e esq)</vt:lpstr>
      <vt:lpstr>AVL Entrada: Arvore final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Árvores AVL</dc:title>
  <cp:lastModifiedBy>DANTON DE CAMPOS RODRIGUES</cp:lastModifiedBy>
  <cp:revision>15</cp:revision>
  <dcterms:modified xsi:type="dcterms:W3CDTF">2025-11-24T23:50:56Z</dcterms:modified>
</cp:coreProperties>
</file>