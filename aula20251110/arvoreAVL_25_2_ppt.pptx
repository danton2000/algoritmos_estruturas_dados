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ia e Dat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Autoria e Data</a:t>
            </a:r>
          </a:p>
        </p:txBody>
      </p:sp>
      <p:sp>
        <p:nvSpPr>
          <p:cNvPr id="12" name="Título da Apresentação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Título da Apresentação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Subtítulo da Apresentação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bacates e limõ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Título da Apresentação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Título da Apresentação</a:t>
            </a:r>
          </a:p>
        </p:txBody>
      </p:sp>
      <p:sp>
        <p:nvSpPr>
          <p:cNvPr id="23" name="Autoria e Data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Autoria e Data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Subtítulo da Apresentação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Foto Altern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gelas com bolinhos de salmão, salada e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Título do Slide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Subtítulo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43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do Slide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do Slide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Tigela de massa pappardelle com creme de ervas, avelãs assadas e queijo parmesão ralado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Vídeo Peque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do Slide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Ví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do Slide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 da Seção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da Seção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100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do Slide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ítulo da Agend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Título da Agenda</a:t>
            </a:r>
          </a:p>
        </p:txBody>
      </p:sp>
      <p:sp>
        <p:nvSpPr>
          <p:cNvPr id="109" name="Subtítulo de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Agenda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Tópicos da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ato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Informações do fa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Informações do fato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ribuiçã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Atribuição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“Citação Notável”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gela de salada com arroz frito, ovos cozidos e hashi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Tigelas com bolinhos de salmão, salada e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Tigela de massa pappardelle com creme de ervas, avelãs assadas e queijo parmesão ralado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gela de salada com arroz frito, ovos cozidos e hashi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do Slide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31.png"/><Relationship Id="rId5" Type="http://schemas.openxmlformats.org/officeDocument/2006/relationships/image" Target="../media/image2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3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oria e Data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172" name="Árvores AV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Árvores AVL</a:t>
            </a:r>
          </a:p>
        </p:txBody>
      </p:sp>
      <p:sp>
        <p:nvSpPr>
          <p:cNvPr id="173" name="Subtítulo da Apresentação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685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686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992351" y="2356985"/>
            <a:ext cx="1349836" cy="76201"/>
          </a:xfrm>
          <a:prstGeom prst="rect">
            <a:avLst/>
          </a:prstGeom>
        </p:spPr>
      </p:pic>
      <p:pic>
        <p:nvPicPr>
          <p:cNvPr id="688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5825615" y="2443815"/>
            <a:ext cx="791527" cy="352234"/>
          </a:xfrm>
          <a:prstGeom prst="rect">
            <a:avLst/>
          </a:prstGeom>
        </p:spPr>
      </p:pic>
      <p:grpSp>
        <p:nvGrpSpPr>
          <p:cNvPr id="707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690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691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692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693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694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695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696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698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700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701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02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703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705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710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708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709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11" name="100"/>
          <p:cNvSpPr txBox="1"/>
          <p:nvPr/>
        </p:nvSpPr>
        <p:spPr>
          <a:xfrm>
            <a:off x="14781341" y="1129660"/>
            <a:ext cx="58034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100</a:t>
            </a:r>
          </a:p>
        </p:txBody>
      </p:sp>
      <p:pic>
        <p:nvPicPr>
          <p:cNvPr id="712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238609" y="1979028"/>
            <a:ext cx="791528" cy="35223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xit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4" dur="800" fill="hold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9" presetClass="exit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8" dur="800" fill="hold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600"/>
                            </p:stCondLst>
                            <p:childTnLst>
                              <p:par>
                                <p:cTn id="51" presetID="9" presetClass="exit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2" dur="800" fill="hold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" grpId="2" animBg="1" advAuto="0"/>
      <p:bldP spid="686" grpId="1" animBg="1" advAuto="0"/>
      <p:bldP spid="688" grpId="5" animBg="1" advAuto="0"/>
      <p:bldP spid="688" grpId="10" animBg="1" advAuto="0"/>
      <p:bldP spid="707" grpId="6" animBg="1" advAuto="0"/>
      <p:bldP spid="710" grpId="7" animBg="1" advAuto="0"/>
      <p:bldP spid="711" grpId="3" animBg="1" advAuto="0"/>
      <p:bldP spid="711" grpId="8" animBg="1" advAuto="0"/>
      <p:bldP spid="712" grpId="4" animBg="1" advAuto="0"/>
      <p:bldP spid="712" grpId="9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716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718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33B3"/>
                </a:solidFill>
              </a:rPr>
              <a:t>def </a:t>
            </a:r>
            <a:r>
              <a:rPr dirty="0" err="1"/>
              <a:t>adicionar_no</a:t>
            </a:r>
            <a:r>
              <a:rPr dirty="0">
                <a:solidFill>
                  <a:srgbClr val="080808"/>
                </a:solidFill>
              </a:rPr>
              <a:t>(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0033B3"/>
                </a:solidFill>
              </a:rPr>
              <a:t>if 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/>
              <a:t>.vazia</a:t>
            </a:r>
            <a:r>
              <a:rPr dirty="0"/>
              <a:t>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80808"/>
                </a:solidFill>
              </a:rPr>
              <a:t>        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>
                <a:solidFill>
                  <a:srgbClr val="080808"/>
                </a:solidFill>
              </a:rPr>
              <a:t>.raiz</a:t>
            </a:r>
            <a:r>
              <a:rPr dirty="0">
                <a:solidFill>
                  <a:srgbClr val="080808"/>
                </a:solidFill>
              </a:rPr>
              <a:t> = </a:t>
            </a:r>
            <a:r>
              <a:rPr i="1" dirty="0">
                <a:solidFill>
                  <a:srgbClr val="000000"/>
                </a:solidFill>
              </a:rPr>
              <a:t>No(valor)</a:t>
            </a:r>
            <a:endParaRPr i="1" dirty="0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 dirty="0"/>
              <a:t>    </a:t>
            </a:r>
            <a:r>
              <a:rPr dirty="0">
                <a:solidFill>
                  <a:srgbClr val="0033B3"/>
                </a:solidFill>
              </a:rPr>
              <a:t>else</a:t>
            </a:r>
            <a:r>
              <a:rPr dirty="0"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80808"/>
                </a:solidFill>
              </a:rPr>
              <a:t>        </a:t>
            </a:r>
            <a:r>
              <a:rPr dirty="0">
                <a:solidFill>
                  <a:srgbClr val="011480"/>
                </a:solidFill>
              </a:rPr>
              <a:t>print</a:t>
            </a:r>
            <a:r>
              <a:rPr dirty="0">
                <a:solidFill>
                  <a:srgbClr val="080808"/>
                </a:solidFill>
              </a:rPr>
              <a:t>(</a:t>
            </a:r>
            <a:r>
              <a:rPr dirty="0"/>
              <a:t>f"----- </a:t>
            </a:r>
            <a:r>
              <a:rPr dirty="0" err="1"/>
              <a:t>Adicionando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Folha: </a:t>
            </a:r>
            <a:r>
              <a:rPr dirty="0">
                <a:solidFill>
                  <a:srgbClr val="0137A6"/>
                </a:solidFill>
              </a:rPr>
              <a:t>{</a:t>
            </a:r>
            <a:r>
              <a:rPr dirty="0">
                <a:solidFill>
                  <a:srgbClr val="080808"/>
                </a:solidFill>
              </a:rPr>
              <a:t>valor</a:t>
            </a:r>
            <a:r>
              <a:rPr dirty="0">
                <a:solidFill>
                  <a:srgbClr val="0137A6"/>
                </a:solidFill>
              </a:rPr>
              <a:t>}</a:t>
            </a:r>
            <a:r>
              <a:rPr dirty="0"/>
              <a:t> ------"</a:t>
            </a:r>
            <a:r>
              <a:rPr dirty="0"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/>
              <a:t>.raiz</a:t>
            </a:r>
            <a:r>
              <a:rPr dirty="0"/>
              <a:t> = 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._</a:t>
            </a:r>
            <a:r>
              <a:rPr dirty="0" err="1"/>
              <a:t>adicionar_no_folha</a:t>
            </a:r>
            <a:r>
              <a:rPr dirty="0"/>
              <a:t>(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/>
              <a:t>.raiz</a:t>
            </a:r>
            <a:r>
              <a:rPr dirty="0"/>
              <a:t>, valor)</a:t>
            </a:r>
          </a:p>
        </p:txBody>
      </p:sp>
      <p:sp>
        <p:nvSpPr>
          <p:cNvPr id="719" name="50"/>
          <p:cNvSpPr txBox="1"/>
          <p:nvPr/>
        </p:nvSpPr>
        <p:spPr>
          <a:xfrm>
            <a:off x="14781341" y="1129660"/>
            <a:ext cx="424993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pic>
        <p:nvPicPr>
          <p:cNvPr id="720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238609" y="1979028"/>
            <a:ext cx="791528" cy="352234"/>
          </a:xfrm>
          <a:prstGeom prst="rect">
            <a:avLst/>
          </a:prstGeom>
        </p:spPr>
      </p:pic>
      <p:pic>
        <p:nvPicPr>
          <p:cNvPr id="722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1246231" y="3837186"/>
            <a:ext cx="791528" cy="352235"/>
          </a:xfrm>
          <a:prstGeom prst="rect">
            <a:avLst/>
          </a:prstGeom>
        </p:spPr>
      </p:pic>
      <p:grpSp>
        <p:nvGrpSpPr>
          <p:cNvPr id="741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72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25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72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72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72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72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730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732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734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73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3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737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739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744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742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743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45" name="50"/>
          <p:cNvSpPr txBox="1"/>
          <p:nvPr/>
        </p:nvSpPr>
        <p:spPr>
          <a:xfrm>
            <a:off x="20411268" y="351533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746" name="A310"/>
          <p:cNvSpPr txBox="1"/>
          <p:nvPr/>
        </p:nvSpPr>
        <p:spPr>
          <a:xfrm>
            <a:off x="19127744" y="3515336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747" name="def _adicionar_no_folha(self, no_atual, valor):…"/>
          <p:cNvSpPr txBox="1"/>
          <p:nvPr/>
        </p:nvSpPr>
        <p:spPr>
          <a:xfrm>
            <a:off x="10763815" y="4448946"/>
            <a:ext cx="13356220" cy="324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33B3"/>
                </a:solidFill>
              </a:rPr>
              <a:t>def </a:t>
            </a:r>
            <a:r>
              <a:rPr dirty="0">
                <a:solidFill>
                  <a:srgbClr val="00627A"/>
                </a:solidFill>
              </a:rPr>
              <a:t>_</a:t>
            </a:r>
            <a:r>
              <a:rPr dirty="0" err="1">
                <a:solidFill>
                  <a:srgbClr val="00627A"/>
                </a:solidFill>
              </a:rPr>
              <a:t>adicionar_no_folha</a:t>
            </a:r>
            <a:r>
              <a:rPr dirty="0"/>
              <a:t>(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, </a:t>
            </a:r>
            <a:r>
              <a:rPr dirty="0" err="1"/>
              <a:t>no_atual</a:t>
            </a:r>
            <a:r>
              <a:rPr dirty="0"/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</a:t>
            </a:r>
            <a:r>
              <a:rPr dirty="0">
                <a:solidFill>
                  <a:srgbClr val="0033B3"/>
                </a:solidFill>
              </a:rPr>
              <a:t>if not </a:t>
            </a:r>
            <a:r>
              <a:rPr dirty="0" err="1"/>
              <a:t>no_atual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80808"/>
                </a:solidFill>
              </a:rPr>
              <a:t>      </a:t>
            </a:r>
            <a:r>
              <a:rPr dirty="0">
                <a:solidFill>
                  <a:srgbClr val="0033B3"/>
                </a:solidFill>
              </a:rPr>
              <a:t>return </a:t>
            </a:r>
            <a:r>
              <a:rPr dirty="0">
                <a:solidFill>
                  <a:srgbClr val="000000"/>
                </a:solidFill>
              </a:rPr>
              <a:t>No(valor)</a:t>
            </a:r>
            <a:endParaRPr i="1" dirty="0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 dirty="0">
                <a:solidFill>
                  <a:srgbClr val="8C8C8C"/>
                </a:solidFill>
              </a:rPr>
              <a:t>    </a:t>
            </a:r>
            <a:r>
              <a:rPr dirty="0" err="1">
                <a:solidFill>
                  <a:srgbClr val="0033B3"/>
                </a:solidFill>
              </a:rPr>
              <a:t>elif</a:t>
            </a:r>
            <a:r>
              <a:rPr dirty="0">
                <a:solidFill>
                  <a:srgbClr val="0033B3"/>
                </a:solidFill>
              </a:rPr>
              <a:t> </a:t>
            </a:r>
            <a:r>
              <a:rPr dirty="0"/>
              <a:t>valor &lt; </a:t>
            </a:r>
            <a:r>
              <a:rPr dirty="0" err="1"/>
              <a:t>no_atual.valor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/>
              <a:t>no_atual.esquerda</a:t>
            </a:r>
            <a:r>
              <a:rPr dirty="0"/>
              <a:t> = 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._</a:t>
            </a:r>
            <a:r>
              <a:rPr dirty="0" err="1"/>
              <a:t>adicionar_no_folha</a:t>
            </a:r>
            <a:r>
              <a:rPr dirty="0"/>
              <a:t>(</a:t>
            </a:r>
            <a:r>
              <a:rPr dirty="0" err="1"/>
              <a:t>no_atual.esquerda</a:t>
            </a:r>
            <a:r>
              <a:rPr dirty="0"/>
              <a:t>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0033B3"/>
                </a:solidFill>
              </a:rPr>
              <a:t>else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/>
              <a:t>no_atual.direita</a:t>
            </a:r>
            <a:r>
              <a:rPr dirty="0"/>
              <a:t> = 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._</a:t>
            </a:r>
            <a:r>
              <a:rPr dirty="0" err="1"/>
              <a:t>adicionar_no_folha</a:t>
            </a:r>
            <a:r>
              <a:rPr dirty="0"/>
              <a:t>(</a:t>
            </a:r>
            <a:r>
              <a:rPr dirty="0" err="1"/>
              <a:t>no_atual.direita</a:t>
            </a:r>
            <a:r>
              <a:rPr dirty="0"/>
              <a:t>, valor)</a:t>
            </a:r>
          </a:p>
        </p:txBody>
      </p:sp>
      <p:pic>
        <p:nvPicPr>
          <p:cNvPr id="748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71686" y="4537345"/>
            <a:ext cx="791528" cy="352235"/>
          </a:xfrm>
          <a:prstGeom prst="rect">
            <a:avLst/>
          </a:prstGeom>
        </p:spPr>
      </p:pic>
      <p:sp>
        <p:nvSpPr>
          <p:cNvPr id="750" name="50"/>
          <p:cNvSpPr txBox="1"/>
          <p:nvPr/>
        </p:nvSpPr>
        <p:spPr>
          <a:xfrm>
            <a:off x="17527517" y="427568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751" name="A310"/>
          <p:cNvSpPr txBox="1"/>
          <p:nvPr/>
        </p:nvSpPr>
        <p:spPr>
          <a:xfrm>
            <a:off x="16243992" y="4275686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00"/>
                            </p:stCondLst>
                            <p:childTnLst>
                              <p:par>
                                <p:cTn id="45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100"/>
                            </p:stCondLst>
                            <p:childTnLst>
                              <p:par>
                                <p:cTn id="50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xit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7" dur="700" fill="hold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60" presetID="9" presetClass="exit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1" dur="700" fill="hold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ID="9" presetClass="exit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5" dur="700" fill="hold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"/>
                            </p:stCondLst>
                            <p:childTnLst>
                              <p:par>
                                <p:cTn id="68" presetID="9" presetClass="exit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9" dur="700" fill="hold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800"/>
                            </p:stCondLst>
                            <p:childTnLst>
                              <p:par>
                                <p:cTn id="72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3" dur="700" fill="hold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" grpId="1" animBg="1" advAuto="0"/>
      <p:bldP spid="719" grpId="2" animBg="1" advAuto="0"/>
      <p:bldP spid="719" grpId="11" animBg="1" advAuto="0"/>
      <p:bldP spid="720" grpId="3" animBg="1" advAuto="0"/>
      <p:bldP spid="720" grpId="12" animBg="1" advAuto="0"/>
      <p:bldP spid="722" grpId="4" animBg="1" advAuto="0"/>
      <p:bldP spid="722" grpId="15" animBg="1" advAuto="0"/>
      <p:bldP spid="745" grpId="6" animBg="1" advAuto="0"/>
      <p:bldP spid="745" grpId="14" animBg="1" advAuto="0"/>
      <p:bldP spid="746" grpId="5" animBg="1" advAuto="0"/>
      <p:bldP spid="746" grpId="13" animBg="1" advAuto="0"/>
      <p:bldP spid="747" grpId="7" animBg="1" advAuto="0"/>
      <p:bldP spid="748" grpId="8" animBg="1" advAuto="0"/>
      <p:bldP spid="750" grpId="10" animBg="1" advAuto="0"/>
      <p:bldP spid="751" grpId="9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754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756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grpSp>
        <p:nvGrpSpPr>
          <p:cNvPr id="774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757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58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759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760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761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762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76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765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767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768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69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77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772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777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775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776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78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779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8771686" y="4537345"/>
            <a:ext cx="791528" cy="352235"/>
          </a:xfrm>
          <a:prstGeom prst="rect">
            <a:avLst/>
          </a:prstGeom>
        </p:spPr>
      </p:pic>
      <p:sp>
        <p:nvSpPr>
          <p:cNvPr id="781" name="50"/>
          <p:cNvSpPr txBox="1"/>
          <p:nvPr/>
        </p:nvSpPr>
        <p:spPr>
          <a:xfrm>
            <a:off x="17527517" y="427568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782" name="A310"/>
          <p:cNvSpPr txBox="1"/>
          <p:nvPr/>
        </p:nvSpPr>
        <p:spPr>
          <a:xfrm>
            <a:off x="16243992" y="4275686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785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787" name="def adicionar_no(self, valor):…"/>
          <p:cNvSpPr txBox="1"/>
          <p:nvPr/>
        </p:nvSpPr>
        <p:spPr>
          <a:xfrm>
            <a:off x="10706476" y="14382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grpSp>
        <p:nvGrpSpPr>
          <p:cNvPr id="805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788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89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790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791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792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793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794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796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798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799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800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80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803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808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806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807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09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810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8771686" y="4537345"/>
            <a:ext cx="791528" cy="352235"/>
          </a:xfrm>
          <a:prstGeom prst="rect">
            <a:avLst/>
          </a:prstGeom>
        </p:spPr>
      </p:pic>
      <p:sp>
        <p:nvSpPr>
          <p:cNvPr id="812" name="50"/>
          <p:cNvSpPr txBox="1"/>
          <p:nvPr/>
        </p:nvSpPr>
        <p:spPr>
          <a:xfrm>
            <a:off x="17527517" y="427568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813" name="A310"/>
          <p:cNvSpPr txBox="1"/>
          <p:nvPr/>
        </p:nvSpPr>
        <p:spPr>
          <a:xfrm>
            <a:off x="16243992" y="4275686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814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4000774" y="5023244"/>
            <a:ext cx="791528" cy="352235"/>
          </a:xfrm>
          <a:prstGeom prst="rect">
            <a:avLst/>
          </a:prstGeom>
        </p:spPr>
      </p:pic>
      <p:sp>
        <p:nvSpPr>
          <p:cNvPr id="816" name="False"/>
          <p:cNvSpPr txBox="1"/>
          <p:nvPr/>
        </p:nvSpPr>
        <p:spPr>
          <a:xfrm>
            <a:off x="10435513" y="4981163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pic>
        <p:nvPicPr>
          <p:cNvPr id="817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6213235" y="5893785"/>
            <a:ext cx="791527" cy="352235"/>
          </a:xfrm>
          <a:prstGeom prst="rect">
            <a:avLst/>
          </a:prstGeom>
        </p:spPr>
      </p:pic>
      <p:sp>
        <p:nvSpPr>
          <p:cNvPr id="819" name="True"/>
          <p:cNvSpPr txBox="1"/>
          <p:nvPr/>
        </p:nvSpPr>
        <p:spPr>
          <a:xfrm>
            <a:off x="10647696" y="58517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820" name="50"/>
          <p:cNvSpPr txBox="1"/>
          <p:nvPr/>
        </p:nvSpPr>
        <p:spPr>
          <a:xfrm>
            <a:off x="12509241" y="5657319"/>
            <a:ext cx="424994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821" name="100"/>
          <p:cNvSpPr txBox="1"/>
          <p:nvPr/>
        </p:nvSpPr>
        <p:spPr>
          <a:xfrm>
            <a:off x="15317424" y="5657319"/>
            <a:ext cx="58034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100</a:t>
            </a:r>
          </a:p>
        </p:txBody>
      </p:sp>
      <p:pic>
        <p:nvPicPr>
          <p:cNvPr id="822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3843603" y="6409256"/>
            <a:ext cx="791527" cy="352234"/>
          </a:xfrm>
          <a:prstGeom prst="rect">
            <a:avLst/>
          </a:prstGeom>
        </p:spPr>
      </p:pic>
      <p:sp>
        <p:nvSpPr>
          <p:cNvPr id="824" name="50"/>
          <p:cNvSpPr txBox="1"/>
          <p:nvPr/>
        </p:nvSpPr>
        <p:spPr>
          <a:xfrm>
            <a:off x="23149862" y="6059648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825" name="None"/>
          <p:cNvSpPr txBox="1"/>
          <p:nvPr/>
        </p:nvSpPr>
        <p:spPr>
          <a:xfrm>
            <a:off x="21440145" y="6059648"/>
            <a:ext cx="81811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826" name="A310"/>
          <p:cNvSpPr txBox="1"/>
          <p:nvPr/>
        </p:nvSpPr>
        <p:spPr>
          <a:xfrm>
            <a:off x="13879813" y="5657319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827" name="A310"/>
          <p:cNvSpPr txBox="1"/>
          <p:nvPr/>
        </p:nvSpPr>
        <p:spPr>
          <a:xfrm>
            <a:off x="20086980" y="6059648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828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6255931" y="6819900"/>
            <a:ext cx="3365433" cy="76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6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"/>
                            </p:stCondLst>
                            <p:childTnLst>
                              <p:par>
                                <p:cTn id="55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00"/>
                            </p:stCondLst>
                            <p:childTnLst>
                              <p:par>
                                <p:cTn id="60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600"/>
                            </p:stCondLst>
                            <p:childTnLst>
                              <p:par>
                                <p:cTn id="65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2" dur="200" fill="hold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"/>
                            </p:stCondLst>
                            <p:childTnLst>
                              <p:par>
                                <p:cTn id="75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6" dur="200" fill="hold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"/>
                            </p:stCondLst>
                            <p:childTnLst>
                              <p:par>
                                <p:cTn id="79" presetID="9" presetClass="exit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0" dur="200" fill="hold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"/>
                            </p:stCondLst>
                            <p:childTnLst>
                              <p:par>
                                <p:cTn id="83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4" dur="1000" fill="hold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600"/>
                            </p:stCondLst>
                            <p:childTnLst>
                              <p:par>
                                <p:cTn id="87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8" dur="1000" fill="hold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600"/>
                            </p:stCondLst>
                            <p:childTnLst>
                              <p:par>
                                <p:cTn id="91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2" dur="1000" fill="hold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0"/>
                            </p:stCondLst>
                            <p:childTnLst>
                              <p:par>
                                <p:cTn id="95" presetID="9" presetClass="exit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6" dur="1000" fill="hold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600"/>
                            </p:stCondLst>
                            <p:childTnLst>
                              <p:par>
                                <p:cTn id="99" presetID="9" presetClass="exit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0" dur="1000" fill="hold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600"/>
                            </p:stCondLst>
                            <p:childTnLst>
                              <p:par>
                                <p:cTn id="103" presetID="9" presetClass="exit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4" dur="1000" fill="hold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600"/>
                            </p:stCondLst>
                            <p:childTnLst>
                              <p:par>
                                <p:cTn id="107" presetID="9" presetClass="exit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8" dur="1000" fill="hold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" grpId="1" animBg="1" advAuto="0"/>
      <p:bldP spid="810" grpId="16" animBg="1" advAuto="0"/>
      <p:bldP spid="812" grpId="15" animBg="1" advAuto="0"/>
      <p:bldP spid="813" grpId="14" animBg="1" advAuto="0"/>
      <p:bldP spid="814" grpId="2" animBg="1" advAuto="0"/>
      <p:bldP spid="814" grpId="18" animBg="1" advAuto="0"/>
      <p:bldP spid="816" grpId="3" animBg="1" advAuto="0"/>
      <p:bldP spid="816" grpId="17" animBg="1" advAuto="0"/>
      <p:bldP spid="817" grpId="4" animBg="1" advAuto="0"/>
      <p:bldP spid="817" grpId="23" animBg="1" advAuto="0"/>
      <p:bldP spid="819" grpId="8" animBg="1" advAuto="0"/>
      <p:bldP spid="819" grpId="19" animBg="1" advAuto="0"/>
      <p:bldP spid="820" grpId="5" animBg="1" advAuto="0"/>
      <p:bldP spid="820" grpId="20" animBg="1" advAuto="0"/>
      <p:bldP spid="821" grpId="7" animBg="1" advAuto="0"/>
      <p:bldP spid="821" grpId="22" animBg="1" advAuto="0"/>
      <p:bldP spid="822" grpId="10" animBg="1" advAuto="0"/>
      <p:bldP spid="824" grpId="13" animBg="1" advAuto="0"/>
      <p:bldP spid="825" grpId="12" animBg="1" advAuto="0"/>
      <p:bldP spid="826" grpId="6" animBg="1" advAuto="0"/>
      <p:bldP spid="826" grpId="21" animBg="1" advAuto="0"/>
      <p:bldP spid="827" grpId="11" animBg="1" advAuto="0"/>
      <p:bldP spid="828" grpId="9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832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834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grpSp>
        <p:nvGrpSpPr>
          <p:cNvPr id="852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835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836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837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838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839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840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84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843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845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846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847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84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850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855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853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854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56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857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3843603" y="6409256"/>
            <a:ext cx="791527" cy="352234"/>
          </a:xfrm>
          <a:prstGeom prst="rect">
            <a:avLst/>
          </a:prstGeom>
        </p:spPr>
      </p:pic>
      <p:sp>
        <p:nvSpPr>
          <p:cNvPr id="859" name="50"/>
          <p:cNvSpPr txBox="1"/>
          <p:nvPr/>
        </p:nvSpPr>
        <p:spPr>
          <a:xfrm>
            <a:off x="23149862" y="6059648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860" name="None"/>
          <p:cNvSpPr txBox="1"/>
          <p:nvPr/>
        </p:nvSpPr>
        <p:spPr>
          <a:xfrm>
            <a:off x="21440145" y="6059648"/>
            <a:ext cx="81811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861" name="A310"/>
          <p:cNvSpPr txBox="1"/>
          <p:nvPr/>
        </p:nvSpPr>
        <p:spPr>
          <a:xfrm>
            <a:off x="20086980" y="6059648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862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6255931" y="6819900"/>
            <a:ext cx="3365433" cy="76200"/>
          </a:xfrm>
          <a:prstGeom prst="rect">
            <a:avLst/>
          </a:prstGeom>
        </p:spPr>
      </p:pic>
      <p:pic>
        <p:nvPicPr>
          <p:cNvPr id="864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8734904" y="4490164"/>
            <a:ext cx="791527" cy="352235"/>
          </a:xfrm>
          <a:prstGeom prst="rect">
            <a:avLst/>
          </a:prstGeom>
        </p:spPr>
      </p:pic>
      <p:sp>
        <p:nvSpPr>
          <p:cNvPr id="866" name="None"/>
          <p:cNvSpPr txBox="1"/>
          <p:nvPr/>
        </p:nvSpPr>
        <p:spPr>
          <a:xfrm>
            <a:off x="16014771" y="4202149"/>
            <a:ext cx="81810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867" name="50"/>
          <p:cNvSpPr txBox="1"/>
          <p:nvPr/>
        </p:nvSpPr>
        <p:spPr>
          <a:xfrm>
            <a:off x="17592254" y="4202149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868" name="True"/>
          <p:cNvSpPr txBox="1"/>
          <p:nvPr/>
        </p:nvSpPr>
        <p:spPr>
          <a:xfrm>
            <a:off x="10420503" y="4941388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pic>
        <p:nvPicPr>
          <p:cNvPr id="869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4618454" y="5461632"/>
            <a:ext cx="791528" cy="352234"/>
          </a:xfrm>
          <a:prstGeom prst="rect">
            <a:avLst/>
          </a:prstGeom>
        </p:spPr>
      </p:pic>
      <p:grpSp>
        <p:nvGrpSpPr>
          <p:cNvPr id="888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871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872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873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874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875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876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87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879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881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882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883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884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886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889" name="E070"/>
          <p:cNvSpPr txBox="1"/>
          <p:nvPr/>
        </p:nvSpPr>
        <p:spPr>
          <a:xfrm>
            <a:off x="17237231" y="60596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890" name="E070"/>
          <p:cNvSpPr txBox="1"/>
          <p:nvPr/>
        </p:nvSpPr>
        <p:spPr>
          <a:xfrm>
            <a:off x="13880802" y="61104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891" name="A310"/>
          <p:cNvSpPr txBox="1"/>
          <p:nvPr/>
        </p:nvSpPr>
        <p:spPr>
          <a:xfrm>
            <a:off x="12529325" y="6110448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892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985624">
            <a:off x="15364918" y="5728392"/>
            <a:ext cx="1974041" cy="352234"/>
          </a:xfrm>
          <a:prstGeom prst="rect">
            <a:avLst/>
          </a:prstGeom>
        </p:spPr>
      </p:pic>
      <p:pic>
        <p:nvPicPr>
          <p:cNvPr id="894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1828503">
            <a:off x="1904914" y="4863575"/>
            <a:ext cx="10386014" cy="352234"/>
          </a:xfrm>
          <a:prstGeom prst="rect">
            <a:avLst/>
          </a:prstGeom>
        </p:spPr>
      </p:pic>
      <p:sp>
        <p:nvSpPr>
          <p:cNvPr id="896" name="E070"/>
          <p:cNvSpPr txBox="1"/>
          <p:nvPr/>
        </p:nvSpPr>
        <p:spPr>
          <a:xfrm>
            <a:off x="1095579" y="3281288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rPr dirty="0"/>
              <a:t>E070</a:t>
            </a:r>
          </a:p>
        </p:txBody>
      </p:sp>
      <p:grpSp>
        <p:nvGrpSpPr>
          <p:cNvPr id="899" name="Group"/>
          <p:cNvGrpSpPr/>
          <p:nvPr/>
        </p:nvGrpSpPr>
        <p:grpSpPr>
          <a:xfrm>
            <a:off x="1398848" y="10769093"/>
            <a:ext cx="967005" cy="967006"/>
            <a:chOff x="0" y="0"/>
            <a:chExt cx="967004" cy="967004"/>
          </a:xfrm>
        </p:grpSpPr>
        <p:sp>
          <p:nvSpPr>
            <p:cNvPr id="897" name="50"/>
            <p:cNvSpPr txBox="1"/>
            <p:nvPr/>
          </p:nvSpPr>
          <p:spPr>
            <a:xfrm>
              <a:off x="214517" y="234969"/>
              <a:ext cx="537973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898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900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8100000">
            <a:off x="1568260" y="10287896"/>
            <a:ext cx="1290415" cy="7620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600"/>
                            </p:stCondLst>
                            <p:childTnLst>
                              <p:par>
                                <p:cTn id="24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6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"/>
                            </p:stCondLst>
                            <p:childTnLst>
                              <p:par>
                                <p:cTn id="50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00"/>
                            </p:stCondLst>
                            <p:childTnLst>
                              <p:par>
                                <p:cTn id="55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600"/>
                            </p:stCondLst>
                            <p:childTnLst>
                              <p:par>
                                <p:cTn id="60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3" presetClass="entr" presetSubtype="16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xit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4" dur="500" fill="hold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8" dur="500" fill="hold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2" dur="500" fill="hold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6" dur="500" fill="hold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9" presetClass="exit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0" dur="500" fill="hold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9" presetClass="exit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4" dur="500" fill="hold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9" presetClass="exit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8" dur="500" fill="hold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9" presetClass="exit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2" dur="500" fill="hold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9" presetClass="exit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6" dur="500" fill="hold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19" presetID="9" presetClass="exit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20" dur="500" fill="hold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0"/>
                            </p:stCondLst>
                            <p:childTnLst>
                              <p:par>
                                <p:cTn id="123" presetID="9" presetClass="exit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24" dur="500" fill="hold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500"/>
                            </p:stCondLst>
                            <p:childTnLst>
                              <p:par>
                                <p:cTn id="127" presetID="9" presetClass="exit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28" dur="500" fill="hold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0"/>
                            </p:stCondLst>
                            <p:childTnLst>
                              <p:par>
                                <p:cTn id="131" presetID="9" presetClass="exit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32" dur="500" fill="hold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500"/>
                            </p:stCondLst>
                            <p:childTnLst>
                              <p:par>
                                <p:cTn id="135" presetID="9" presetClass="exit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36" dur="1000" fill="hold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xit" fill="hold" grpId="3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1" dur="1000" fill="hold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4" grpId="1" animBg="1" advAuto="0"/>
      <p:bldP spid="857" grpId="28" animBg="1" advAuto="0"/>
      <p:bldP spid="859" grpId="25" animBg="1" advAuto="0"/>
      <p:bldP spid="860" grpId="24" animBg="1" advAuto="0"/>
      <p:bldP spid="861" grpId="23" animBg="1" advAuto="0"/>
      <p:bldP spid="862" grpId="30" animBg="1" advAuto="0"/>
      <p:bldP spid="864" grpId="2" animBg="1" advAuto="0"/>
      <p:bldP spid="864" grpId="18" animBg="1" advAuto="0"/>
      <p:bldP spid="866" grpId="3" animBg="1" advAuto="0"/>
      <p:bldP spid="866" grpId="16" animBg="1" advAuto="0"/>
      <p:bldP spid="867" grpId="4" animBg="1" advAuto="0"/>
      <p:bldP spid="867" grpId="17" animBg="1" advAuto="0"/>
      <p:bldP spid="868" grpId="5" animBg="1" advAuto="0"/>
      <p:bldP spid="868" grpId="29" animBg="1" advAuto="0"/>
      <p:bldP spid="869" grpId="6" animBg="1" advAuto="0"/>
      <p:bldP spid="869" grpId="20" animBg="1" advAuto="0"/>
      <p:bldP spid="888" grpId="7" animBg="1" advAuto="0"/>
      <p:bldP spid="889" grpId="10" animBg="1" advAuto="0"/>
      <p:bldP spid="889" grpId="22" animBg="1" advAuto="0"/>
      <p:bldP spid="890" grpId="11" animBg="1" advAuto="0"/>
      <p:bldP spid="890" grpId="27" animBg="1" advAuto="0"/>
      <p:bldP spid="891" grpId="12" animBg="1" advAuto="0"/>
      <p:bldP spid="891" grpId="26" animBg="1" advAuto="0"/>
      <p:bldP spid="892" grpId="9" animBg="1" advAuto="0"/>
      <p:bldP spid="892" grpId="21" animBg="1" advAuto="0"/>
      <p:bldP spid="894" grpId="13" animBg="1" advAuto="0"/>
      <p:bldP spid="894" grpId="19" animBg="1" advAuto="0"/>
      <p:bldP spid="896" grpId="14" animBg="1" advAuto="0"/>
      <p:bldP spid="899" grpId="8" animBg="1" advAuto="0"/>
      <p:bldP spid="900" grpId="1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904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906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grpSp>
        <p:nvGrpSpPr>
          <p:cNvPr id="924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907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908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909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910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911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912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91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915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917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918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919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92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922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927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925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926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928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grpSp>
        <p:nvGrpSpPr>
          <p:cNvPr id="946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929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930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931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932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933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934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935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937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939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940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941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942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944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947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952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948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949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95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953" name="############################# altura…"/>
          <p:cNvSpPr txBox="1"/>
          <p:nvPr/>
        </p:nvSpPr>
        <p:spPr>
          <a:xfrm>
            <a:off x="10758073" y="7988026"/>
            <a:ext cx="13192349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sp>
        <p:nvSpPr>
          <p:cNvPr id="954" name="A310"/>
          <p:cNvSpPr txBox="1"/>
          <p:nvPr/>
        </p:nvSpPr>
        <p:spPr>
          <a:xfrm>
            <a:off x="15402329" y="8669086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955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000331" y="9289967"/>
            <a:ext cx="5153198" cy="76201"/>
          </a:xfrm>
          <a:prstGeom prst="rect">
            <a:avLst/>
          </a:prstGeom>
        </p:spPr>
      </p:pic>
      <p:sp>
        <p:nvSpPr>
          <p:cNvPr id="957" name="E070"/>
          <p:cNvSpPr txBox="1"/>
          <p:nvPr/>
        </p:nvSpPr>
        <p:spPr>
          <a:xfrm>
            <a:off x="16796029" y="8669086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958" name="def _altura(self, no):…"/>
          <p:cNvSpPr txBox="1"/>
          <p:nvPr/>
        </p:nvSpPr>
        <p:spPr>
          <a:xfrm>
            <a:off x="12831719" y="11337111"/>
            <a:ext cx="3802981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959" name="1"/>
          <p:cNvSpPr txBox="1"/>
          <p:nvPr/>
        </p:nvSpPr>
        <p:spPr>
          <a:xfrm>
            <a:off x="15609025" y="12988413"/>
            <a:ext cx="269647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pic>
        <p:nvPicPr>
          <p:cNvPr id="960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6603522" y="11402286"/>
            <a:ext cx="791528" cy="352235"/>
          </a:xfrm>
          <a:prstGeom prst="rect">
            <a:avLst/>
          </a:prstGeom>
        </p:spPr>
      </p:pic>
      <p:sp>
        <p:nvSpPr>
          <p:cNvPr id="962" name="E070"/>
          <p:cNvSpPr txBox="1"/>
          <p:nvPr/>
        </p:nvSpPr>
        <p:spPr>
          <a:xfrm>
            <a:off x="15740774" y="11027818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963" name="E070"/>
          <p:cNvSpPr txBox="1"/>
          <p:nvPr/>
        </p:nvSpPr>
        <p:spPr>
          <a:xfrm>
            <a:off x="14622184" y="12973238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964" name="False"/>
          <p:cNvSpPr txBox="1"/>
          <p:nvPr/>
        </p:nvSpPr>
        <p:spPr>
          <a:xfrm>
            <a:off x="12704524" y="11783554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965" name="1"/>
          <p:cNvSpPr txBox="1"/>
          <p:nvPr/>
        </p:nvSpPr>
        <p:spPr>
          <a:xfrm>
            <a:off x="15208232" y="9394533"/>
            <a:ext cx="347321" cy="59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pic>
        <p:nvPicPr>
          <p:cNvPr id="966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5642686">
            <a:off x="14234098" y="11257956"/>
            <a:ext cx="2796511" cy="352235"/>
          </a:xfrm>
          <a:prstGeom prst="rect">
            <a:avLst/>
          </a:prstGeom>
        </p:spPr>
      </p:pic>
      <p:sp>
        <p:nvSpPr>
          <p:cNvPr id="968" name="A310"/>
          <p:cNvSpPr txBox="1"/>
          <p:nvPr/>
        </p:nvSpPr>
        <p:spPr>
          <a:xfrm>
            <a:off x="20891698" y="8664158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969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8489700" y="9285040"/>
            <a:ext cx="5153198" cy="76201"/>
          </a:xfrm>
          <a:prstGeom prst="rect">
            <a:avLst/>
          </a:prstGeom>
        </p:spPr>
      </p:pic>
      <p:sp>
        <p:nvSpPr>
          <p:cNvPr id="971" name="None"/>
          <p:cNvSpPr txBox="1"/>
          <p:nvPr/>
        </p:nvSpPr>
        <p:spPr>
          <a:xfrm>
            <a:off x="22285397" y="8664158"/>
            <a:ext cx="81811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972" name="0"/>
          <p:cNvSpPr txBox="1"/>
          <p:nvPr/>
        </p:nvSpPr>
        <p:spPr>
          <a:xfrm>
            <a:off x="20676489" y="9394533"/>
            <a:ext cx="347321" cy="59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973" name="def _altura(self, no):…"/>
          <p:cNvSpPr txBox="1"/>
          <p:nvPr/>
        </p:nvSpPr>
        <p:spPr>
          <a:xfrm>
            <a:off x="19165555" y="10868062"/>
            <a:ext cx="3802982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pic>
        <p:nvPicPr>
          <p:cNvPr id="974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2937359" y="10933236"/>
            <a:ext cx="791528" cy="352235"/>
          </a:xfrm>
          <a:prstGeom prst="rect">
            <a:avLst/>
          </a:prstGeom>
        </p:spPr>
      </p:pic>
      <p:sp>
        <p:nvSpPr>
          <p:cNvPr id="976" name="E070"/>
          <p:cNvSpPr txBox="1"/>
          <p:nvPr/>
        </p:nvSpPr>
        <p:spPr>
          <a:xfrm>
            <a:off x="22074610" y="10558769"/>
            <a:ext cx="761392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977" name="True"/>
          <p:cNvSpPr txBox="1"/>
          <p:nvPr/>
        </p:nvSpPr>
        <p:spPr>
          <a:xfrm>
            <a:off x="19139960" y="113145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pic>
        <p:nvPicPr>
          <p:cNvPr id="978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4747564">
            <a:off x="20462762" y="10744805"/>
            <a:ext cx="1844101" cy="352234"/>
          </a:xfrm>
          <a:prstGeom prst="rect">
            <a:avLst/>
          </a:prstGeom>
        </p:spPr>
      </p:pic>
      <p:sp>
        <p:nvSpPr>
          <p:cNvPr id="980" name="A310"/>
          <p:cNvSpPr txBox="1"/>
          <p:nvPr/>
        </p:nvSpPr>
        <p:spPr>
          <a:xfrm>
            <a:off x="11806135" y="8158311"/>
            <a:ext cx="77173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981" name="2"/>
          <p:cNvSpPr txBox="1"/>
          <p:nvPr/>
        </p:nvSpPr>
        <p:spPr>
          <a:xfrm>
            <a:off x="13245176" y="8000726"/>
            <a:ext cx="347320" cy="597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982" name="Line Line" descr="Line 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13035698">
            <a:off x="4207984" y="5879167"/>
            <a:ext cx="7988198" cy="352235"/>
          </a:xfrm>
          <a:prstGeom prst="rect">
            <a:avLst/>
          </a:prstGeom>
        </p:spPr>
      </p:pic>
      <p:sp>
        <p:nvSpPr>
          <p:cNvPr id="984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13" dur="indefinite" fill="hold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100"/>
                            </p:stCondLst>
                            <p:childTnLst>
                              <p:par>
                                <p:cTn id="46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100"/>
                            </p:stCondLst>
                            <p:childTnLst>
                              <p:par>
                                <p:cTn id="51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100"/>
                            </p:stCondLst>
                            <p:childTnLst>
                              <p:par>
                                <p:cTn id="56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6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"/>
                            </p:stCondLst>
                            <p:childTnLst>
                              <p:par>
                                <p:cTn id="66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xit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3" dur="900" fill="hold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00"/>
                            </p:stCondLst>
                            <p:childTnLst>
                              <p:par>
                                <p:cTn id="76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7" dur="500" fill="hold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400"/>
                            </p:stCondLst>
                            <p:childTnLst>
                              <p:par>
                                <p:cTn id="80" presetID="9" presetClass="exit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1" dur="800" fill="hold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200"/>
                            </p:stCondLst>
                            <p:childTnLst>
                              <p:par>
                                <p:cTn id="84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5" dur="900" fill="hold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100"/>
                            </p:stCondLst>
                            <p:childTnLst>
                              <p:par>
                                <p:cTn id="88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9" dur="500" fill="hold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600"/>
                            </p:stCondLst>
                            <p:childTnLst>
                              <p:par>
                                <p:cTn id="92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3" dur="900" fill="hold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9" presetClass="exit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7" dur="900" fill="hold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16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3" presetClass="entr" presetSubtype="16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grpId="2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6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00"/>
                            </p:stCondLst>
                            <p:childTnLst>
                              <p:par>
                                <p:cTn id="126" presetID="23" presetClass="entr" presetSubtype="16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600"/>
                            </p:stCondLst>
                            <p:childTnLst>
                              <p:par>
                                <p:cTn id="131" presetID="23" presetClass="entr" presetSubtype="16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600"/>
                            </p:stCondLst>
                            <p:childTnLst>
                              <p:par>
                                <p:cTn id="136" presetID="23" presetClass="entr" presetSubtype="16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200"/>
                            </p:stCondLst>
                            <p:childTnLst>
                              <p:par>
                                <p:cTn id="141" presetID="23" presetClass="entr" presetSubtype="16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2500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500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xit" fill="hold" grpId="3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8" dur="800" fill="hold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800"/>
                            </p:stCondLst>
                            <p:childTnLst>
                              <p:par>
                                <p:cTn id="151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2" dur="900" fill="hold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700"/>
                            </p:stCondLst>
                            <p:childTnLst>
                              <p:par>
                                <p:cTn id="155" presetID="9" presetClass="exit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6" dur="500" fill="hold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200"/>
                            </p:stCondLst>
                            <p:childTnLst>
                              <p:par>
                                <p:cTn id="159" presetID="9" presetClass="exit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0" dur="800" fill="hold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000"/>
                            </p:stCondLst>
                            <p:childTnLst>
                              <p:par>
                                <p:cTn id="163" presetID="9" presetClass="exit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4" dur="800" fill="hold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16" fill="hold" grpId="3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3" presetClass="entr" presetSubtype="16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3" presetClass="entr" presetSubtype="16" fill="hold" grpId="3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60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0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600"/>
                            </p:stCondLst>
                            <p:childTnLst>
                              <p:par>
                                <p:cTn id="184" presetID="23" presetClass="entr" presetSubtype="16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5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xit" fill="hold" grpId="3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1" dur="500" fill="hold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9" presetClass="exit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5" dur="500" fill="hold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9" presetClass="exit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9" dur="500" fill="hold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500"/>
                            </p:stCondLst>
                            <p:childTnLst>
                              <p:par>
                                <p:cTn id="202" presetID="9" presetClass="exit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3" dur="500" fill="hold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xit" fill="hold" grpId="4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8" dur="500" fill="hold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9" presetClass="exit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2" dur="800" fill="hold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xit" fill="hold" grpId="4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7" dur="800" fill="hold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" grpId="2" animBg="1" advAuto="0"/>
      <p:bldP spid="953" grpId="1" animBg="1" advAuto="0"/>
      <p:bldP spid="954" grpId="4" animBg="1" advAuto="0"/>
      <p:bldP spid="954" grpId="39" animBg="1" advAuto="0"/>
      <p:bldP spid="955" grpId="3" animBg="1" advAuto="0"/>
      <p:bldP spid="957" grpId="5" animBg="1" advAuto="0"/>
      <p:bldP spid="957" grpId="40" animBg="1" advAuto="0"/>
      <p:bldP spid="958" grpId="6" animBg="1" advAuto="0"/>
      <p:bldP spid="958" grpId="20" animBg="1" advAuto="0"/>
      <p:bldP spid="959" grpId="11" animBg="1" advAuto="0"/>
      <p:bldP spid="959" grpId="19" animBg="1" advAuto="0"/>
      <p:bldP spid="960" grpId="7" animBg="1" advAuto="0"/>
      <p:bldP spid="960" grpId="16" animBg="1" advAuto="0"/>
      <p:bldP spid="962" grpId="8" animBg="1" advAuto="0"/>
      <p:bldP spid="962" grpId="15" animBg="1" advAuto="0"/>
      <p:bldP spid="963" grpId="10" animBg="1" advAuto="0"/>
      <p:bldP spid="963" grpId="18" animBg="1" advAuto="0"/>
      <p:bldP spid="964" grpId="9" animBg="1" advAuto="0"/>
      <p:bldP spid="964" grpId="17" animBg="1" advAuto="0"/>
      <p:bldP spid="965" grpId="13" animBg="1" advAuto="0"/>
      <p:bldP spid="966" grpId="12" animBg="1" advAuto="0"/>
      <p:bldP spid="966" grpId="14" animBg="1" advAuto="0"/>
      <p:bldP spid="968" grpId="22" animBg="1" advAuto="0"/>
      <p:bldP spid="968" grpId="41" animBg="1" advAuto="0"/>
      <p:bldP spid="969" grpId="21" animBg="1" advAuto="0"/>
      <p:bldP spid="971" grpId="23" animBg="1" advAuto="0"/>
      <p:bldP spid="971" grpId="42" animBg="1" advAuto="0"/>
      <p:bldP spid="972" grpId="29" animBg="1" advAuto="0"/>
      <p:bldP spid="973" grpId="24" animBg="1" advAuto="0"/>
      <p:bldP spid="973" grpId="34" animBg="1" advAuto="0"/>
      <p:bldP spid="974" grpId="25" animBg="1" advAuto="0"/>
      <p:bldP spid="974" grpId="33" animBg="1" advAuto="0"/>
      <p:bldP spid="976" grpId="26" animBg="1" advAuto="0"/>
      <p:bldP spid="976" grpId="32" animBg="1" advAuto="0"/>
      <p:bldP spid="977" grpId="27" animBg="1" advAuto="0"/>
      <p:bldP spid="977" grpId="31" animBg="1" advAuto="0"/>
      <p:bldP spid="978" grpId="28" animBg="1" advAuto="0"/>
      <p:bldP spid="978" grpId="30" animBg="1" advAuto="0"/>
      <p:bldP spid="980" grpId="36" animBg="1" advAuto="0"/>
      <p:bldP spid="980" grpId="43" animBg="1" advAuto="0"/>
      <p:bldP spid="981" grpId="35" animBg="1" advAuto="0"/>
      <p:bldP spid="981" grpId="44" animBg="1" advAuto="0"/>
      <p:bldP spid="982" grpId="37" animBg="1" advAuto="0"/>
      <p:bldP spid="982" grpId="45" animBg="1" advAuto="0"/>
      <p:bldP spid="984" grpId="38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987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989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grpSp>
        <p:nvGrpSpPr>
          <p:cNvPr id="1007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990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991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992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993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994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995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996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998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000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001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02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00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005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010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008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009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011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grpSp>
        <p:nvGrpSpPr>
          <p:cNvPr id="1029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012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13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014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015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016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017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01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020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022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023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24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025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027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030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035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031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032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03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036" name="############################# altura…"/>
          <p:cNvSpPr txBox="1"/>
          <p:nvPr/>
        </p:nvSpPr>
        <p:spPr>
          <a:xfrm>
            <a:off x="10758073" y="7988026"/>
            <a:ext cx="13192349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sp>
        <p:nvSpPr>
          <p:cNvPr id="1037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038" name="############################# Fator Balanceamento…"/>
          <p:cNvSpPr txBox="1"/>
          <p:nvPr/>
        </p:nvSpPr>
        <p:spPr>
          <a:xfrm>
            <a:off x="10711289" y="5897912"/>
            <a:ext cx="12354013" cy="77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</a:t>
            </a:r>
            <a:r>
              <a:t>############################# Fator Balanceamento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0000"/>
                </a:solidFill>
              </a:rPr>
              <a:t>balanceamento </a:t>
            </a:r>
            <a:r>
              <a:t>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._balanceamento(no_atual)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  <a:r>
              <a:rPr>
                <a:solidFill>
                  <a:srgbClr val="080808"/>
                </a:solidFill>
              </a:rPr>
              <a:t>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&lt;</a:t>
            </a:r>
            <a:r>
              <a:rPr>
                <a:solidFill>
                  <a:srgbClr val="080808"/>
                </a:solidFill>
              </a:rPr>
              <a:t> -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 </a:t>
            </a:r>
            <a:r>
              <a:rPr i="1">
                <a:solidFill>
                  <a:srgbClr val="8C8C8C"/>
                </a:solidFill>
              </a:rPr>
              <a:t># rotação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&lt; no_atual.esquerda.valor: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._rotacao_esquerda(no_atual.esquerda)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&gt;</a:t>
            </a:r>
            <a:r>
              <a:rPr>
                <a:solidFill>
                  <a:srgbClr val="080808"/>
                </a:solidFill>
              </a:rPr>
              <a:t> 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&gt; no_atual.direita.valor: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._rotacao_direita(no_atual.direita)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no_atual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989"/>
                                        </p:tgtEl>
                                      </p:cBhvr>
                                      <p:by x="60129" y="60129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89177 -0.086723" pathEditMode="relative">
                                      <p:cBhvr>
                                        <p:cTn id="15" dur="100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000" fill="hold"/>
                                        <p:tgtEl>
                                          <p:spTgt spid="1011"/>
                                        </p:tgtEl>
                                      </p:cBhvr>
                                      <p:by x="59784" y="59784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04167 -0.176852" pathEditMode="relative">
                                      <p:cBhvr>
                                        <p:cTn id="21" dur="100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000" fill="hold"/>
                                        <p:tgtEl>
                                          <p:spTgt spid="1036"/>
                                        </p:tgtEl>
                                      </p:cBhvr>
                                      <p:by x="59525" y="59525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04167 -0.259259" pathEditMode="relative">
                                      <p:cBhvr>
                                        <p:cTn id="27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" grpId="2" animBg="1" advAuto="0"/>
      <p:bldP spid="1011" grpId="4" animBg="1" advAuto="0"/>
      <p:bldP spid="1036" grpId="6" animBg="1" advAuto="0"/>
      <p:bldP spid="1037" grpId="1" animBg="1" advAuto="0"/>
      <p:bldP spid="1038" grpId="8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041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35352" y="2344285"/>
            <a:ext cx="1349835" cy="76201"/>
          </a:xfrm>
          <a:prstGeom prst="rect">
            <a:avLst/>
          </a:prstGeom>
        </p:spPr>
      </p:pic>
      <p:sp>
        <p:nvSpPr>
          <p:cNvPr id="1043" name="def adicionar_no(self, valor):…"/>
          <p:cNvSpPr txBox="1"/>
          <p:nvPr/>
        </p:nvSpPr>
        <p:spPr>
          <a:xfrm>
            <a:off x="10630276" y="739775"/>
            <a:ext cx="5784504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grpSp>
        <p:nvGrpSpPr>
          <p:cNvPr id="1061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04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45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04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04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04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04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05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052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054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05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5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05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059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064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062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063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065" name="def _adicionar_no_folha(self, no_atual, valor):…"/>
          <p:cNvSpPr txBox="1"/>
          <p:nvPr/>
        </p:nvSpPr>
        <p:spPr>
          <a:xfrm>
            <a:off x="10636815" y="2602802"/>
            <a:ext cx="7247781" cy="210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grpSp>
        <p:nvGrpSpPr>
          <p:cNvPr id="1083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066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67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068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069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070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071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072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074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076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077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078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079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081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084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089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085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086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08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090" name="############################# altura…"/>
          <p:cNvSpPr txBox="1"/>
          <p:nvPr/>
        </p:nvSpPr>
        <p:spPr>
          <a:xfrm>
            <a:off x="10736961" y="4660626"/>
            <a:ext cx="724778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sp>
        <p:nvSpPr>
          <p:cNvPr id="1091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1092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9148744" y="6431629"/>
            <a:ext cx="791527" cy="352234"/>
          </a:xfrm>
          <a:prstGeom prst="rect">
            <a:avLst/>
          </a:prstGeom>
        </p:spPr>
      </p:pic>
      <p:pic>
        <p:nvPicPr>
          <p:cNvPr id="1094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4757001" y="6769100"/>
            <a:ext cx="4262589" cy="76200"/>
          </a:xfrm>
          <a:prstGeom prst="rect">
            <a:avLst/>
          </a:prstGeom>
        </p:spPr>
      </p:pic>
      <p:sp>
        <p:nvSpPr>
          <p:cNvPr id="1096" name="A310"/>
          <p:cNvSpPr txBox="1"/>
          <p:nvPr/>
        </p:nvSpPr>
        <p:spPr>
          <a:xfrm>
            <a:off x="17780744" y="6152701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097" name="Rectangle"/>
          <p:cNvSpPr/>
          <p:nvPr/>
        </p:nvSpPr>
        <p:spPr>
          <a:xfrm>
            <a:off x="10606974" y="262102"/>
            <a:ext cx="12903860" cy="5319540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98" name="def _balanceamento(self, no):…"/>
          <p:cNvSpPr txBox="1"/>
          <p:nvPr/>
        </p:nvSpPr>
        <p:spPr>
          <a:xfrm>
            <a:off x="11085234" y="712072"/>
            <a:ext cx="11012674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_balanceamento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chemeClr val="accent1">
                    <a:hueOff val="114395"/>
                    <a:lumOff val="-24975"/>
                  </a:schemeClr>
                </a:solidFill>
              </a:rPr>
              <a:t>return</a:t>
            </a:r>
            <a:r>
              <a:t>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 no.direita ) -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._altura(no.esquerda)</a:t>
            </a:r>
          </a:p>
        </p:txBody>
      </p:sp>
      <p:sp>
        <p:nvSpPr>
          <p:cNvPr id="1099" name="0"/>
          <p:cNvSpPr txBox="1"/>
          <p:nvPr/>
        </p:nvSpPr>
        <p:spPr>
          <a:xfrm>
            <a:off x="14082466" y="2003466"/>
            <a:ext cx="424993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1100" name="1"/>
          <p:cNvSpPr txBox="1"/>
          <p:nvPr/>
        </p:nvSpPr>
        <p:spPr>
          <a:xfrm>
            <a:off x="19769956" y="2003466"/>
            <a:ext cx="424993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101" name="-1"/>
          <p:cNvSpPr txBox="1"/>
          <p:nvPr/>
        </p:nvSpPr>
        <p:spPr>
          <a:xfrm>
            <a:off x="12034962" y="1901866"/>
            <a:ext cx="65242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-1</a:t>
            </a:r>
          </a:p>
        </p:txBody>
      </p:sp>
      <p:sp>
        <p:nvSpPr>
          <p:cNvPr id="1102" name="A310"/>
          <p:cNvSpPr txBox="1"/>
          <p:nvPr/>
        </p:nvSpPr>
        <p:spPr>
          <a:xfrm>
            <a:off x="15224910" y="343028"/>
            <a:ext cx="77173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103" name="False"/>
          <p:cNvSpPr txBox="1"/>
          <p:nvPr/>
        </p:nvSpPr>
        <p:spPr>
          <a:xfrm>
            <a:off x="10921081" y="1052674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104" name="None"/>
          <p:cNvSpPr txBox="1"/>
          <p:nvPr/>
        </p:nvSpPr>
        <p:spPr>
          <a:xfrm>
            <a:off x="16043208" y="1448966"/>
            <a:ext cx="81810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105" name="def _altura(self, no):…"/>
          <p:cNvSpPr txBox="1"/>
          <p:nvPr/>
        </p:nvSpPr>
        <p:spPr>
          <a:xfrm>
            <a:off x="12937745" y="3126990"/>
            <a:ext cx="3802982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106" name="1"/>
          <p:cNvSpPr txBox="1"/>
          <p:nvPr/>
        </p:nvSpPr>
        <p:spPr>
          <a:xfrm>
            <a:off x="21049051" y="4803692"/>
            <a:ext cx="269648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107" name="None"/>
          <p:cNvSpPr txBox="1"/>
          <p:nvPr/>
        </p:nvSpPr>
        <p:spPr>
          <a:xfrm>
            <a:off x="15846800" y="2817697"/>
            <a:ext cx="81810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108" name="E070"/>
          <p:cNvSpPr txBox="1"/>
          <p:nvPr/>
        </p:nvSpPr>
        <p:spPr>
          <a:xfrm>
            <a:off x="20062211" y="4788517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109" name="True"/>
          <p:cNvSpPr txBox="1"/>
          <p:nvPr/>
        </p:nvSpPr>
        <p:spPr>
          <a:xfrm>
            <a:off x="12810551" y="3573434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110" name="def _altura(self, no):…"/>
          <p:cNvSpPr txBox="1"/>
          <p:nvPr/>
        </p:nvSpPr>
        <p:spPr>
          <a:xfrm>
            <a:off x="18321556" y="3131868"/>
            <a:ext cx="3802981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111" name="E070"/>
          <p:cNvSpPr txBox="1"/>
          <p:nvPr/>
        </p:nvSpPr>
        <p:spPr>
          <a:xfrm>
            <a:off x="21230611" y="2822574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112" name="False"/>
          <p:cNvSpPr txBox="1"/>
          <p:nvPr/>
        </p:nvSpPr>
        <p:spPr>
          <a:xfrm>
            <a:off x="18194362" y="3578311"/>
            <a:ext cx="82285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pic>
        <p:nvPicPr>
          <p:cNvPr id="1113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3173955" y="2083672"/>
            <a:ext cx="4262589" cy="76201"/>
          </a:xfrm>
          <a:prstGeom prst="rect">
            <a:avLst/>
          </a:prstGeom>
        </p:spPr>
      </p:pic>
      <p:pic>
        <p:nvPicPr>
          <p:cNvPr id="1115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7671074" y="2083672"/>
            <a:ext cx="4262589" cy="76201"/>
          </a:xfrm>
          <a:prstGeom prst="rect">
            <a:avLst/>
          </a:prstGeom>
        </p:spPr>
      </p:pic>
      <p:sp>
        <p:nvSpPr>
          <p:cNvPr id="1117" name="E070"/>
          <p:cNvSpPr txBox="1"/>
          <p:nvPr/>
        </p:nvSpPr>
        <p:spPr>
          <a:xfrm>
            <a:off x="20498103" y="1448966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1118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4363589">
            <a:off x="13982400" y="3126432"/>
            <a:ext cx="1877093" cy="352234"/>
          </a:xfrm>
          <a:prstGeom prst="rect">
            <a:avLst/>
          </a:prstGeom>
        </p:spPr>
      </p:pic>
      <p:pic>
        <p:nvPicPr>
          <p:cNvPr id="1120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5415344">
            <a:off x="19298756" y="3459604"/>
            <a:ext cx="2304709" cy="352235"/>
          </a:xfrm>
          <a:prstGeom prst="rect">
            <a:avLst/>
          </a:prstGeom>
        </p:spPr>
      </p:pic>
      <p:sp>
        <p:nvSpPr>
          <p:cNvPr id="1122" name="-1"/>
          <p:cNvSpPr txBox="1"/>
          <p:nvPr/>
        </p:nvSpPr>
        <p:spPr>
          <a:xfrm>
            <a:off x="12034962" y="5824735"/>
            <a:ext cx="65242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-1</a:t>
            </a:r>
          </a:p>
        </p:txBody>
      </p:sp>
      <p:pic>
        <p:nvPicPr>
          <p:cNvPr id="1123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717473" y="4028697"/>
            <a:ext cx="3115182" cy="352235"/>
          </a:xfrm>
          <a:prstGeom prst="rect">
            <a:avLst/>
          </a:prstGeom>
        </p:spPr>
      </p:pic>
      <p:sp>
        <p:nvSpPr>
          <p:cNvPr id="1125" name="False"/>
          <p:cNvSpPr txBox="1"/>
          <p:nvPr/>
        </p:nvSpPr>
        <p:spPr>
          <a:xfrm>
            <a:off x="10404148" y="6766323"/>
            <a:ext cx="82286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126" name="False"/>
          <p:cNvSpPr txBox="1"/>
          <p:nvPr/>
        </p:nvSpPr>
        <p:spPr>
          <a:xfrm>
            <a:off x="10404148" y="10017853"/>
            <a:ext cx="82286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127" name="A310"/>
          <p:cNvSpPr txBox="1"/>
          <p:nvPr/>
        </p:nvSpPr>
        <p:spPr>
          <a:xfrm>
            <a:off x="12836116" y="12866547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128" name="############################# Fator Balanceamento…"/>
          <p:cNvSpPr txBox="1"/>
          <p:nvPr/>
        </p:nvSpPr>
        <p:spPr>
          <a:xfrm>
            <a:off x="10711289" y="5897912"/>
            <a:ext cx="12354013" cy="77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</a:t>
            </a:r>
            <a:r>
              <a:t>############################# Fator Balanceamento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0000"/>
                </a:solidFill>
              </a:rPr>
              <a:t>balanceamento </a:t>
            </a:r>
            <a:r>
              <a:t>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._balanceamento(no_atual)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  <a:r>
              <a:rPr>
                <a:solidFill>
                  <a:srgbClr val="080808"/>
                </a:solidFill>
              </a:rPr>
              <a:t>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&lt;</a:t>
            </a:r>
            <a:r>
              <a:rPr>
                <a:solidFill>
                  <a:srgbClr val="080808"/>
                </a:solidFill>
              </a:rPr>
              <a:t> -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 </a:t>
            </a:r>
            <a:r>
              <a:rPr i="1">
                <a:solidFill>
                  <a:srgbClr val="8C8C8C"/>
                </a:solidFill>
              </a:rPr>
              <a:t># rotação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&lt; no_atual.esquerda.valor: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._rotacao_esquerda(no_atual.esquerda)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&gt;</a:t>
            </a:r>
            <a:r>
              <a:rPr>
                <a:solidFill>
                  <a:srgbClr val="080808"/>
                </a:solidFill>
              </a:rPr>
              <a:t> 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&gt; no_atual.direita.valor: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._rotacao_direita(no_atual.direita)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no_atual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"/>
                            </p:stCondLst>
                            <p:childTnLst>
                              <p:par>
                                <p:cTn id="76" presetID="23" presetClass="entr" presetSubtype="16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xit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3" dur="900" fill="hold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00"/>
                            </p:stCondLst>
                            <p:childTnLst>
                              <p:par>
                                <p:cTn id="86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7" dur="500" fill="hold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00"/>
                            </p:stCondLst>
                            <p:childTnLst>
                              <p:par>
                                <p:cTn id="90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1" dur="900" fill="hold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300"/>
                            </p:stCondLst>
                            <p:childTnLst>
                              <p:par>
                                <p:cTn id="94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5" dur="900" fill="hold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3" presetClass="entr" presetSubtype="16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16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250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50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14" presetID="23" presetClass="entr" presetSubtype="16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23" presetClass="entr" presetSubtype="16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" presetID="23" presetClass="entr" presetSubtype="16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500"/>
                            </p:stCondLst>
                            <p:childTnLst>
                              <p:par>
                                <p:cTn id="129" presetID="23" presetClass="entr" presetSubtype="16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16" fill="hold" grpId="2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6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00"/>
                            </p:stCondLst>
                            <p:childTnLst>
                              <p:par>
                                <p:cTn id="140" presetID="23" presetClass="entr" presetSubtype="16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xit" fill="hold" grpId="2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7" dur="800" fill="hold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"/>
                            </p:stCondLst>
                            <p:childTnLst>
                              <p:par>
                                <p:cTn id="150" presetID="9" presetClass="exit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1" dur="900" fill="hold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00"/>
                            </p:stCondLst>
                            <p:childTnLst>
                              <p:par>
                                <p:cTn id="154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5" dur="500" fill="hold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200"/>
                            </p:stCondLst>
                            <p:childTnLst>
                              <p:par>
                                <p:cTn id="158" presetID="9" presetClass="exit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9" dur="500" fill="hold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700"/>
                            </p:stCondLst>
                            <p:childTnLst>
                              <p:par>
                                <p:cTn id="162" presetID="9" presetClass="exit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3" dur="900" fill="hold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600"/>
                            </p:stCondLst>
                            <p:childTnLst>
                              <p:par>
                                <p:cTn id="166" presetID="9" presetClass="exit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7" dur="900" fill="hold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3" presetClass="entr" presetSubtype="16" fill="hold" grpId="3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grpId="3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600"/>
                            </p:stCondLst>
                            <p:childTnLst>
                              <p:par>
                                <p:cTn id="182" presetID="23" presetClass="entr" presetSubtype="16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xit" fill="hold" grpId="3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89" dur="900" fill="hold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900"/>
                            </p:stCondLst>
                            <p:childTnLst>
                              <p:par>
                                <p:cTn id="192" presetID="9" presetClass="exit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3" dur="900" fill="hold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800"/>
                            </p:stCondLst>
                            <p:childTnLst>
                              <p:par>
                                <p:cTn id="196" presetID="9" presetClass="exit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7" dur="800" fill="hold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600"/>
                            </p:stCondLst>
                            <p:childTnLst>
                              <p:par>
                                <p:cTn id="200" presetID="9" presetClass="exit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1" dur="800" fill="hold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400"/>
                            </p:stCondLst>
                            <p:childTnLst>
                              <p:par>
                                <p:cTn id="204" presetID="9" presetClass="exit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5" dur="800" fill="hold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200"/>
                            </p:stCondLst>
                            <p:childTnLst>
                              <p:par>
                                <p:cTn id="208" presetID="9" presetClass="exit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9" dur="800" fill="hold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0"/>
                            </p:stCondLst>
                            <p:childTnLst>
                              <p:par>
                                <p:cTn id="212" presetID="9" presetClass="exit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3" dur="500" fill="hold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500"/>
                            </p:stCondLst>
                            <p:childTnLst>
                              <p:par>
                                <p:cTn id="216" presetID="9" presetClass="exit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7" dur="500" fill="hold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20" presetID="9" presetClass="exit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1" dur="500" fill="hold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24" presetID="9" presetClass="exit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5" dur="800" fill="hold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7300"/>
                            </p:stCondLst>
                            <p:childTnLst>
                              <p:par>
                                <p:cTn id="228" presetID="9" presetClass="exit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9" dur="800" fill="hold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8100"/>
                            </p:stCondLst>
                            <p:childTnLst>
                              <p:par>
                                <p:cTn id="232" presetID="9" presetClass="exit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3" dur="800" fill="hold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xit" fill="hold" grpId="5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8" dur="500" fill="hold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9" presetClass="exit" fill="hold" grpId="5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2" dur="800" fill="hold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300"/>
                            </p:stCondLst>
                            <p:childTnLst>
                              <p:par>
                                <p:cTn id="245" presetID="9" presetClass="exit" fill="hold" grpId="5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6" dur="800" fill="hold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3" presetClass="entr" presetSubtype="16" fill="hold" grpId="5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1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23" presetClass="entr" presetSubtype="16" fill="hold" grpId="5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6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000"/>
                            </p:stCondLst>
                            <p:childTnLst>
                              <p:par>
                                <p:cTn id="260" presetID="23" presetClass="entr" presetSubtype="16" fill="hold" grpId="5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1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xit" fill="hold" grpId="5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67" dur="900" fill="hold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900"/>
                            </p:stCondLst>
                            <p:childTnLst>
                              <p:par>
                                <p:cTn id="270" presetID="9" presetClass="exit" fill="hold" grpId="5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71" dur="900" fill="hold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9" presetClass="exit" fill="hold" grpId="5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76" dur="500" fill="hold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" grpId="1" animBg="1" advAuto="0"/>
      <p:bldP spid="1092" grpId="2" animBg="1" advAuto="0"/>
      <p:bldP spid="1092" grpId="51" animBg="1" advAuto="0"/>
      <p:bldP spid="1094" grpId="3" animBg="1" advAuto="0"/>
      <p:bldP spid="1094" grpId="52" animBg="1" advAuto="0"/>
      <p:bldP spid="1096" grpId="4" animBg="1" advAuto="0"/>
      <p:bldP spid="1096" grpId="50" animBg="1" advAuto="0"/>
      <p:bldP spid="1097" grpId="5" animBg="1" advAuto="0"/>
      <p:bldP spid="1097" grpId="49" animBg="1" advAuto="0"/>
      <p:bldP spid="1098" grpId="6" animBg="1" advAuto="0"/>
      <p:bldP spid="1098" grpId="47" animBg="1" advAuto="0"/>
      <p:bldP spid="1099" grpId="15" animBg="1" advAuto="0"/>
      <p:bldP spid="1099" grpId="40" animBg="1" advAuto="0"/>
      <p:bldP spid="1100" grpId="28" animBg="1" advAuto="0"/>
      <p:bldP spid="1100" grpId="41" animBg="1" advAuto="0"/>
      <p:bldP spid="1101" grpId="35" animBg="1" advAuto="0"/>
      <p:bldP spid="1101" grpId="39" animBg="1" advAuto="0"/>
      <p:bldP spid="1102" grpId="7" animBg="1" advAuto="0"/>
      <p:bldP spid="1102" grpId="46" animBg="1" advAuto="0"/>
      <p:bldP spid="1103" grpId="8" animBg="1" advAuto="0"/>
      <p:bldP spid="1103" grpId="48" animBg="1" advAuto="0"/>
      <p:bldP spid="1104" grpId="10" animBg="1" advAuto="0"/>
      <p:bldP spid="1104" grpId="44" animBg="1" advAuto="0"/>
      <p:bldP spid="1105" grpId="11" animBg="1" advAuto="0"/>
      <p:bldP spid="1105" grpId="19" animBg="1" advAuto="0"/>
      <p:bldP spid="1106" grpId="26" animBg="1" advAuto="0"/>
      <p:bldP spid="1106" grpId="33" animBg="1" advAuto="0"/>
      <p:bldP spid="1107" grpId="12" animBg="1" advAuto="0"/>
      <p:bldP spid="1107" grpId="17" animBg="1" advAuto="0"/>
      <p:bldP spid="1108" grpId="25" animBg="1" advAuto="0"/>
      <p:bldP spid="1108" grpId="32" animBg="1" advAuto="0"/>
      <p:bldP spid="1109" grpId="13" animBg="1" advAuto="0"/>
      <p:bldP spid="1109" grpId="18" animBg="1" advAuto="0"/>
      <p:bldP spid="1110" grpId="22" animBg="1" advAuto="0"/>
      <p:bldP spid="1110" grpId="34" animBg="1" advAuto="0"/>
      <p:bldP spid="1111" grpId="23" animBg="1" advAuto="0"/>
      <p:bldP spid="1111" grpId="31" animBg="1" advAuto="0"/>
      <p:bldP spid="1112" grpId="24" animBg="1" advAuto="0"/>
      <p:bldP spid="1112" grpId="30" animBg="1" advAuto="0"/>
      <p:bldP spid="1113" grpId="9" animBg="1" advAuto="0"/>
      <p:bldP spid="1113" grpId="42" animBg="1" advAuto="0"/>
      <p:bldP spid="1115" grpId="20" animBg="1" advAuto="0"/>
      <p:bldP spid="1115" grpId="43" animBg="1" advAuto="0"/>
      <p:bldP spid="1117" grpId="21" animBg="1" advAuto="0"/>
      <p:bldP spid="1117" grpId="45" animBg="1" advAuto="0"/>
      <p:bldP spid="1118" grpId="14" animBg="1" advAuto="0"/>
      <p:bldP spid="1118" grpId="16" animBg="1" advAuto="0"/>
      <p:bldP spid="1120" grpId="27" animBg="1" advAuto="0"/>
      <p:bldP spid="1120" grpId="29" animBg="1" advAuto="0"/>
      <p:bldP spid="1122" grpId="37" animBg="1" advAuto="0"/>
      <p:bldP spid="1123" grpId="36" animBg="1" advAuto="0"/>
      <p:bldP spid="1123" grpId="38" animBg="1" advAuto="0"/>
      <p:bldP spid="1125" grpId="53" animBg="1" advAuto="0"/>
      <p:bldP spid="1125" grpId="56" animBg="1" advAuto="0"/>
      <p:bldP spid="1126" grpId="54" animBg="1" advAuto="0"/>
      <p:bldP spid="1126" grpId="57" animBg="1" advAuto="0"/>
      <p:bldP spid="1127" grpId="55" animBg="1" advAuto="0"/>
      <p:bldP spid="1127" grpId="58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131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151352" y="2344285"/>
            <a:ext cx="1349835" cy="76201"/>
          </a:xfrm>
          <a:prstGeom prst="rect">
            <a:avLst/>
          </a:prstGeom>
        </p:spPr>
      </p:pic>
      <p:sp>
        <p:nvSpPr>
          <p:cNvPr id="1133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134" name="20"/>
          <p:cNvSpPr txBox="1"/>
          <p:nvPr/>
        </p:nvSpPr>
        <p:spPr>
          <a:xfrm>
            <a:off x="14781341" y="1129660"/>
            <a:ext cx="424993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pic>
        <p:nvPicPr>
          <p:cNvPr id="1135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1246231" y="3837186"/>
            <a:ext cx="791528" cy="352235"/>
          </a:xfrm>
          <a:prstGeom prst="rect">
            <a:avLst/>
          </a:prstGeom>
        </p:spPr>
      </p:pic>
      <p:sp>
        <p:nvSpPr>
          <p:cNvPr id="1137" name="20"/>
          <p:cNvSpPr txBox="1"/>
          <p:nvPr/>
        </p:nvSpPr>
        <p:spPr>
          <a:xfrm>
            <a:off x="20411268" y="351533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138" name="A310"/>
          <p:cNvSpPr txBox="1"/>
          <p:nvPr/>
        </p:nvSpPr>
        <p:spPr>
          <a:xfrm>
            <a:off x="19127744" y="3515336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139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1140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71686" y="4537345"/>
            <a:ext cx="791528" cy="352235"/>
          </a:xfrm>
          <a:prstGeom prst="rect">
            <a:avLst/>
          </a:prstGeom>
        </p:spPr>
      </p:pic>
      <p:sp>
        <p:nvSpPr>
          <p:cNvPr id="1142" name="20"/>
          <p:cNvSpPr txBox="1"/>
          <p:nvPr/>
        </p:nvSpPr>
        <p:spPr>
          <a:xfrm>
            <a:off x="17527517" y="427568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143" name="A310"/>
          <p:cNvSpPr txBox="1"/>
          <p:nvPr/>
        </p:nvSpPr>
        <p:spPr>
          <a:xfrm>
            <a:off x="16243992" y="4275686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grpSp>
        <p:nvGrpSpPr>
          <p:cNvPr id="1161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14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145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14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14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14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14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150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152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154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15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15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157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159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164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162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163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182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165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166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167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168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169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170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171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173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175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176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177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178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180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183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188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184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185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186" name="Line Line" descr="Line Lin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189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190" name="False"/>
          <p:cNvSpPr txBox="1"/>
          <p:nvPr/>
        </p:nvSpPr>
        <p:spPr>
          <a:xfrm>
            <a:off x="10615265" y="1973970"/>
            <a:ext cx="82285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0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0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00"/>
                            </p:stCondLst>
                            <p:childTnLst>
                              <p:par>
                                <p:cTn id="45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100"/>
                            </p:stCondLst>
                            <p:childTnLst>
                              <p:par>
                                <p:cTn id="50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xit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7" dur="700" fill="hold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60" presetID="9" presetClass="exit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1" dur="700" fill="hold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ID="9" presetClass="exit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5" dur="900" fill="hold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300"/>
                            </p:stCondLst>
                            <p:childTnLst>
                              <p:par>
                                <p:cTn id="68" presetID="9" presetClass="exit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9" dur="700" fill="hold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3" dur="700" fill="hold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" grpId="1" animBg="1" advAuto="0"/>
      <p:bldP spid="1134" grpId="2" animBg="1" advAuto="0"/>
      <p:bldP spid="1134" grpId="11" animBg="1" advAuto="0"/>
      <p:bldP spid="1135" grpId="4" animBg="1" advAuto="0"/>
      <p:bldP spid="1135" grpId="15" animBg="1" advAuto="0"/>
      <p:bldP spid="1137" grpId="6" animBg="1" advAuto="0"/>
      <p:bldP spid="1137" grpId="14" animBg="1" advAuto="0"/>
      <p:bldP spid="1138" grpId="5" animBg="1" advAuto="0"/>
      <p:bldP spid="1138" grpId="12" animBg="1" advAuto="0"/>
      <p:bldP spid="1139" grpId="7" animBg="1" advAuto="0"/>
      <p:bldP spid="1140" grpId="8" animBg="1" advAuto="0"/>
      <p:bldP spid="1142" grpId="10" animBg="1" advAuto="0"/>
      <p:bldP spid="1143" grpId="9" animBg="1" advAuto="0"/>
      <p:bldP spid="1190" grpId="3" animBg="1" advAuto="0"/>
      <p:bldP spid="1190" grpId="13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193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278352" y="2344285"/>
            <a:ext cx="1349835" cy="76201"/>
          </a:xfrm>
          <a:prstGeom prst="rect">
            <a:avLst/>
          </a:prstGeom>
        </p:spPr>
      </p:pic>
      <p:sp>
        <p:nvSpPr>
          <p:cNvPr id="1195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196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1197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71686" y="4537345"/>
            <a:ext cx="791528" cy="352235"/>
          </a:xfrm>
          <a:prstGeom prst="rect">
            <a:avLst/>
          </a:prstGeom>
        </p:spPr>
      </p:pic>
      <p:sp>
        <p:nvSpPr>
          <p:cNvPr id="1199" name="20"/>
          <p:cNvSpPr txBox="1"/>
          <p:nvPr/>
        </p:nvSpPr>
        <p:spPr>
          <a:xfrm>
            <a:off x="17527517" y="4275686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200" name="A310"/>
          <p:cNvSpPr txBox="1"/>
          <p:nvPr/>
        </p:nvSpPr>
        <p:spPr>
          <a:xfrm>
            <a:off x="16243992" y="4275686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1201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000774" y="5023244"/>
            <a:ext cx="791528" cy="352235"/>
          </a:xfrm>
          <a:prstGeom prst="rect">
            <a:avLst/>
          </a:prstGeom>
        </p:spPr>
      </p:pic>
      <p:sp>
        <p:nvSpPr>
          <p:cNvPr id="1203" name="False"/>
          <p:cNvSpPr txBox="1"/>
          <p:nvPr/>
        </p:nvSpPr>
        <p:spPr>
          <a:xfrm>
            <a:off x="10435513" y="4981163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pic>
        <p:nvPicPr>
          <p:cNvPr id="1204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213235" y="5893785"/>
            <a:ext cx="791527" cy="352235"/>
          </a:xfrm>
          <a:prstGeom prst="rect">
            <a:avLst/>
          </a:prstGeom>
        </p:spPr>
      </p:pic>
      <p:sp>
        <p:nvSpPr>
          <p:cNvPr id="1206" name="True"/>
          <p:cNvSpPr txBox="1"/>
          <p:nvPr/>
        </p:nvSpPr>
        <p:spPr>
          <a:xfrm>
            <a:off x="10647696" y="58517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207" name="20"/>
          <p:cNvSpPr txBox="1"/>
          <p:nvPr/>
        </p:nvSpPr>
        <p:spPr>
          <a:xfrm>
            <a:off x="12509241" y="5657319"/>
            <a:ext cx="424994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208" name="100"/>
          <p:cNvSpPr txBox="1"/>
          <p:nvPr/>
        </p:nvSpPr>
        <p:spPr>
          <a:xfrm>
            <a:off x="15317424" y="5657319"/>
            <a:ext cx="58034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100</a:t>
            </a:r>
          </a:p>
        </p:txBody>
      </p:sp>
      <p:pic>
        <p:nvPicPr>
          <p:cNvPr id="1209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3843603" y="6409256"/>
            <a:ext cx="791527" cy="352234"/>
          </a:xfrm>
          <a:prstGeom prst="rect">
            <a:avLst/>
          </a:prstGeom>
        </p:spPr>
      </p:pic>
      <p:sp>
        <p:nvSpPr>
          <p:cNvPr id="1211" name="20"/>
          <p:cNvSpPr txBox="1"/>
          <p:nvPr/>
        </p:nvSpPr>
        <p:spPr>
          <a:xfrm>
            <a:off x="23149862" y="6059648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212" name="E070"/>
          <p:cNvSpPr txBox="1"/>
          <p:nvPr/>
        </p:nvSpPr>
        <p:spPr>
          <a:xfrm>
            <a:off x="21440145" y="60596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213" name="A310"/>
          <p:cNvSpPr txBox="1"/>
          <p:nvPr/>
        </p:nvSpPr>
        <p:spPr>
          <a:xfrm>
            <a:off x="13879813" y="5657319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214" name="A310"/>
          <p:cNvSpPr txBox="1"/>
          <p:nvPr/>
        </p:nvSpPr>
        <p:spPr>
          <a:xfrm>
            <a:off x="20086980" y="6059648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1215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6255931" y="6819900"/>
            <a:ext cx="3365433" cy="76200"/>
          </a:xfrm>
          <a:prstGeom prst="rect">
            <a:avLst/>
          </a:prstGeom>
        </p:spPr>
      </p:pic>
      <p:grpSp>
        <p:nvGrpSpPr>
          <p:cNvPr id="1234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217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218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219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220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221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222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223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225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227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228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229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230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232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237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235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236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255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238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239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240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241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242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243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244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246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248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249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250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251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253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256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261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257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258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259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262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6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6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00"/>
                            </p:stCondLst>
                            <p:childTnLst>
                              <p:par>
                                <p:cTn id="54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00"/>
                            </p:stCondLst>
                            <p:childTnLst>
                              <p:par>
                                <p:cTn id="59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600"/>
                            </p:stCondLst>
                            <p:childTnLst>
                              <p:par>
                                <p:cTn id="64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1" dur="1000" fill="hold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5" dur="1000" fill="hold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9" presetClass="exit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9" dur="1000" fill="hold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3" dur="1000" fill="hold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7" dur="1000" fill="hold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1" dur="1000" fill="hold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9" presetClass="exit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5" dur="1000" fill="hold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000"/>
                            </p:stCondLst>
                            <p:childTnLst>
                              <p:par>
                                <p:cTn id="98" presetID="9" presetClass="exit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9" dur="1000" fill="hold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000"/>
                            </p:stCondLst>
                            <p:childTnLst>
                              <p:par>
                                <p:cTn id="102" presetID="9" presetClass="exit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3" dur="1000" fill="hold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000"/>
                            </p:stCondLst>
                            <p:childTnLst>
                              <p:par>
                                <p:cTn id="106" presetID="9" presetClass="exit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7" dur="1000" fill="hold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5" grpId="1" animBg="1" advAuto="0"/>
      <p:bldP spid="1197" grpId="16" animBg="1" advAuto="0"/>
      <p:bldP spid="1199" grpId="15" animBg="1" advAuto="0"/>
      <p:bldP spid="1200" grpId="14" animBg="1" advAuto="0"/>
      <p:bldP spid="1201" grpId="2" animBg="1" advAuto="0"/>
      <p:bldP spid="1201" grpId="18" animBg="1" advAuto="0"/>
      <p:bldP spid="1203" grpId="3" animBg="1" advAuto="0"/>
      <p:bldP spid="1203" grpId="17" animBg="1" advAuto="0"/>
      <p:bldP spid="1204" grpId="4" animBg="1" advAuto="0"/>
      <p:bldP spid="1204" grpId="23" animBg="1" advAuto="0"/>
      <p:bldP spid="1206" grpId="8" animBg="1" advAuto="0"/>
      <p:bldP spid="1206" grpId="19" animBg="1" advAuto="0"/>
      <p:bldP spid="1207" grpId="5" animBg="1" advAuto="0"/>
      <p:bldP spid="1207" grpId="20" animBg="1" advAuto="0"/>
      <p:bldP spid="1208" grpId="7" animBg="1" advAuto="0"/>
      <p:bldP spid="1208" grpId="22" animBg="1" advAuto="0"/>
      <p:bldP spid="1209" grpId="10" animBg="1" advAuto="0"/>
      <p:bldP spid="1211" grpId="13" animBg="1" advAuto="0"/>
      <p:bldP spid="1212" grpId="12" animBg="1" advAuto="0"/>
      <p:bldP spid="1213" grpId="6" animBg="1" advAuto="0"/>
      <p:bldP spid="1213" grpId="21" animBg="1" advAuto="0"/>
      <p:bldP spid="1214" grpId="11" animBg="1" advAuto="0"/>
      <p:bldP spid="1215" grpId="9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265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278352" y="2344285"/>
            <a:ext cx="1349835" cy="76201"/>
          </a:xfrm>
          <a:prstGeom prst="rect">
            <a:avLst/>
          </a:prstGeom>
        </p:spPr>
      </p:pic>
      <p:sp>
        <p:nvSpPr>
          <p:cNvPr id="1267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268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1269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3843603" y="6409256"/>
            <a:ext cx="791527" cy="352234"/>
          </a:xfrm>
          <a:prstGeom prst="rect">
            <a:avLst/>
          </a:prstGeom>
        </p:spPr>
      </p:pic>
      <p:sp>
        <p:nvSpPr>
          <p:cNvPr id="1271" name="20"/>
          <p:cNvSpPr txBox="1"/>
          <p:nvPr/>
        </p:nvSpPr>
        <p:spPr>
          <a:xfrm>
            <a:off x="23149862" y="6059648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272" name="A310"/>
          <p:cNvSpPr txBox="1"/>
          <p:nvPr/>
        </p:nvSpPr>
        <p:spPr>
          <a:xfrm>
            <a:off x="20086980" y="6059648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1273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6255931" y="6819900"/>
            <a:ext cx="3365433" cy="76200"/>
          </a:xfrm>
          <a:prstGeom prst="rect">
            <a:avLst/>
          </a:prstGeom>
        </p:spPr>
      </p:pic>
      <p:pic>
        <p:nvPicPr>
          <p:cNvPr id="1275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34904" y="4490164"/>
            <a:ext cx="791527" cy="352235"/>
          </a:xfrm>
          <a:prstGeom prst="rect">
            <a:avLst/>
          </a:prstGeom>
        </p:spPr>
      </p:pic>
      <p:sp>
        <p:nvSpPr>
          <p:cNvPr id="1277" name="20"/>
          <p:cNvSpPr txBox="1"/>
          <p:nvPr/>
        </p:nvSpPr>
        <p:spPr>
          <a:xfrm>
            <a:off x="17592254" y="4202149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278" name="False"/>
          <p:cNvSpPr txBox="1"/>
          <p:nvPr/>
        </p:nvSpPr>
        <p:spPr>
          <a:xfrm>
            <a:off x="10420503" y="4941388"/>
            <a:ext cx="82285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grpSp>
        <p:nvGrpSpPr>
          <p:cNvPr id="1296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279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280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281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282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283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284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285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287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289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290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291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292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294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299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297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298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317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300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01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302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303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304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305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306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308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310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311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12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313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315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318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323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319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320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321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324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325" name="E070"/>
          <p:cNvSpPr txBox="1"/>
          <p:nvPr/>
        </p:nvSpPr>
        <p:spPr>
          <a:xfrm>
            <a:off x="16059137" y="4202149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326" name="True"/>
          <p:cNvSpPr txBox="1"/>
          <p:nvPr/>
        </p:nvSpPr>
        <p:spPr>
          <a:xfrm>
            <a:off x="10402914" y="58517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327" name="20"/>
          <p:cNvSpPr txBox="1"/>
          <p:nvPr/>
        </p:nvSpPr>
        <p:spPr>
          <a:xfrm>
            <a:off x="12525779" y="5666610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328" name="50"/>
          <p:cNvSpPr txBox="1"/>
          <p:nvPr/>
        </p:nvSpPr>
        <p:spPr>
          <a:xfrm>
            <a:off x="15333634" y="5666610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1329" name="E070"/>
          <p:cNvSpPr txBox="1"/>
          <p:nvPr/>
        </p:nvSpPr>
        <p:spPr>
          <a:xfrm>
            <a:off x="13800517" y="5666610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330" name="E070"/>
          <p:cNvSpPr txBox="1"/>
          <p:nvPr/>
        </p:nvSpPr>
        <p:spPr>
          <a:xfrm>
            <a:off x="21396235" y="60596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xit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8" dur="800" fill="hold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"/>
                            </p:stCondLst>
                            <p:childTnLst>
                              <p:par>
                                <p:cTn id="61" presetID="9" presetClass="exit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2" dur="800" fill="hold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7" grpId="1" animBg="1" advAuto="0"/>
      <p:bldP spid="1272" grpId="11" animBg="1" advAuto="0"/>
      <p:bldP spid="1273" grpId="10" animBg="1" advAuto="0"/>
      <p:bldP spid="1275" grpId="2" animBg="1" advAuto="0"/>
      <p:bldP spid="1277" grpId="4" animBg="1" advAuto="0"/>
      <p:bldP spid="1278" grpId="5" animBg="1" advAuto="0"/>
      <p:bldP spid="1325" grpId="3" animBg="1" advAuto="0"/>
      <p:bldP spid="1326" grpId="9" animBg="1" advAuto="0"/>
      <p:bldP spid="1327" grpId="6" animBg="1" advAuto="0"/>
      <p:bldP spid="1328" grpId="8" animBg="1" advAuto="0"/>
      <p:bldP spid="1329" grpId="7" animBg="1" advAuto="0"/>
      <p:bldP spid="1330" grpId="1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333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278352" y="2344285"/>
            <a:ext cx="1349835" cy="76201"/>
          </a:xfrm>
          <a:prstGeom prst="rect">
            <a:avLst/>
          </a:prstGeom>
        </p:spPr>
      </p:pic>
      <p:sp>
        <p:nvSpPr>
          <p:cNvPr id="1335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336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1337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3843603" y="6409256"/>
            <a:ext cx="791527" cy="352234"/>
          </a:xfrm>
          <a:prstGeom prst="rect">
            <a:avLst/>
          </a:prstGeom>
        </p:spPr>
      </p:pic>
      <p:sp>
        <p:nvSpPr>
          <p:cNvPr id="1339" name="20"/>
          <p:cNvSpPr txBox="1"/>
          <p:nvPr/>
        </p:nvSpPr>
        <p:spPr>
          <a:xfrm>
            <a:off x="23149862" y="6059648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340" name="E070"/>
          <p:cNvSpPr txBox="1"/>
          <p:nvPr/>
        </p:nvSpPr>
        <p:spPr>
          <a:xfrm>
            <a:off x="20086980" y="60596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1341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6255931" y="6819900"/>
            <a:ext cx="3365433" cy="76200"/>
          </a:xfrm>
          <a:prstGeom prst="rect">
            <a:avLst/>
          </a:prstGeom>
        </p:spPr>
      </p:pic>
      <p:pic>
        <p:nvPicPr>
          <p:cNvPr id="1343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8734904" y="4490164"/>
            <a:ext cx="791527" cy="352235"/>
          </a:xfrm>
          <a:prstGeom prst="rect">
            <a:avLst/>
          </a:prstGeom>
        </p:spPr>
      </p:pic>
      <p:sp>
        <p:nvSpPr>
          <p:cNvPr id="1345" name="20"/>
          <p:cNvSpPr txBox="1"/>
          <p:nvPr/>
        </p:nvSpPr>
        <p:spPr>
          <a:xfrm>
            <a:off x="17592254" y="4202149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grpSp>
        <p:nvGrpSpPr>
          <p:cNvPr id="1363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346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47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348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349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350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351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352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354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356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357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58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359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361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366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364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365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384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367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68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369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370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371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372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373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375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377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378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79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380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382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385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390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386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387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388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391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392" name="None"/>
          <p:cNvSpPr txBox="1"/>
          <p:nvPr/>
        </p:nvSpPr>
        <p:spPr>
          <a:xfrm>
            <a:off x="16059137" y="4202149"/>
            <a:ext cx="81811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393" name="True"/>
          <p:cNvSpPr txBox="1"/>
          <p:nvPr/>
        </p:nvSpPr>
        <p:spPr>
          <a:xfrm>
            <a:off x="10402914" y="49627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394" name="None"/>
          <p:cNvSpPr txBox="1"/>
          <p:nvPr/>
        </p:nvSpPr>
        <p:spPr>
          <a:xfrm>
            <a:off x="21396235" y="6059648"/>
            <a:ext cx="81810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pic>
        <p:nvPicPr>
          <p:cNvPr id="1395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4491785" y="5482743"/>
            <a:ext cx="791527" cy="352235"/>
          </a:xfrm>
          <a:prstGeom prst="rect">
            <a:avLst/>
          </a:prstGeom>
        </p:spPr>
      </p:pic>
      <p:grpSp>
        <p:nvGrpSpPr>
          <p:cNvPr id="1414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1397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398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1399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400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401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402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403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405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407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1408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09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410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412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417" name="Group"/>
          <p:cNvGrpSpPr/>
          <p:nvPr/>
        </p:nvGrpSpPr>
        <p:grpSpPr>
          <a:xfrm>
            <a:off x="382848" y="12547093"/>
            <a:ext cx="967005" cy="967006"/>
            <a:chOff x="0" y="0"/>
            <a:chExt cx="967004" cy="967004"/>
          </a:xfrm>
        </p:grpSpPr>
        <p:sp>
          <p:nvSpPr>
            <p:cNvPr id="1415" name="20"/>
            <p:cNvSpPr txBox="1"/>
            <p:nvPr/>
          </p:nvSpPr>
          <p:spPr>
            <a:xfrm>
              <a:off x="214517" y="234970"/>
              <a:ext cx="537973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416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600"/>
                            </p:stCondLst>
                            <p:childTnLst>
                              <p:par>
                                <p:cTn id="24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" grpId="1" animBg="1" advAuto="0"/>
      <p:bldP spid="1343" grpId="2" animBg="1" advAuto="0"/>
      <p:bldP spid="1345" grpId="4" animBg="1" advAuto="0"/>
      <p:bldP spid="1392" grpId="3" animBg="1" advAuto="0"/>
      <p:bldP spid="1393" grpId="5" animBg="1" advAuto="0"/>
      <p:bldP spid="1395" grpId="6" animBg="1" advAuto="0"/>
      <p:bldP spid="1414" grpId="7" animBg="1" advAuto="0"/>
      <p:bldP spid="1417" grpId="8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420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278352" y="2344285"/>
            <a:ext cx="1349835" cy="76201"/>
          </a:xfrm>
          <a:prstGeom prst="rect">
            <a:avLst/>
          </a:prstGeom>
        </p:spPr>
      </p:pic>
      <p:sp>
        <p:nvSpPr>
          <p:cNvPr id="1422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423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pic>
        <p:nvPicPr>
          <p:cNvPr id="1424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3843603" y="6409256"/>
            <a:ext cx="791527" cy="352234"/>
          </a:xfrm>
          <a:prstGeom prst="rect">
            <a:avLst/>
          </a:prstGeom>
        </p:spPr>
      </p:pic>
      <p:sp>
        <p:nvSpPr>
          <p:cNvPr id="1426" name="20"/>
          <p:cNvSpPr txBox="1"/>
          <p:nvPr/>
        </p:nvSpPr>
        <p:spPr>
          <a:xfrm>
            <a:off x="23149862" y="6059648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427" name="E070"/>
          <p:cNvSpPr txBox="1"/>
          <p:nvPr/>
        </p:nvSpPr>
        <p:spPr>
          <a:xfrm>
            <a:off x="20086980" y="60596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1428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6255931" y="6819900"/>
            <a:ext cx="3365433" cy="76200"/>
          </a:xfrm>
          <a:prstGeom prst="rect">
            <a:avLst/>
          </a:prstGeom>
        </p:spPr>
      </p:pic>
      <p:pic>
        <p:nvPicPr>
          <p:cNvPr id="1430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8734904" y="4490164"/>
            <a:ext cx="791527" cy="352235"/>
          </a:xfrm>
          <a:prstGeom prst="rect">
            <a:avLst/>
          </a:prstGeom>
        </p:spPr>
      </p:pic>
      <p:sp>
        <p:nvSpPr>
          <p:cNvPr id="1432" name="20"/>
          <p:cNvSpPr txBox="1"/>
          <p:nvPr/>
        </p:nvSpPr>
        <p:spPr>
          <a:xfrm>
            <a:off x="17592254" y="4202149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433" name="True"/>
          <p:cNvSpPr txBox="1"/>
          <p:nvPr/>
        </p:nvSpPr>
        <p:spPr>
          <a:xfrm>
            <a:off x="10420503" y="4941388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grpSp>
        <p:nvGrpSpPr>
          <p:cNvPr id="1451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43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35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43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43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43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43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440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442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444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44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4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447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449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454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452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453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472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455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56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457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458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459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460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461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463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465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466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67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468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470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473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478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474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475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476" name="Line Line" descr="Line Line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479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480" name="None"/>
          <p:cNvSpPr txBox="1"/>
          <p:nvPr/>
        </p:nvSpPr>
        <p:spPr>
          <a:xfrm>
            <a:off x="16059137" y="4202149"/>
            <a:ext cx="81811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481" name="None"/>
          <p:cNvSpPr txBox="1"/>
          <p:nvPr/>
        </p:nvSpPr>
        <p:spPr>
          <a:xfrm>
            <a:off x="21396235" y="6059648"/>
            <a:ext cx="81810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pic>
        <p:nvPicPr>
          <p:cNvPr id="1482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4576231" y="5440520"/>
            <a:ext cx="791527" cy="352235"/>
          </a:xfrm>
          <a:prstGeom prst="rect">
            <a:avLst/>
          </a:prstGeom>
        </p:spPr>
      </p:pic>
      <p:grpSp>
        <p:nvGrpSpPr>
          <p:cNvPr id="1501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148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85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148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48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48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48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490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492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494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149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49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497" name="Rectangle Rectangle" descr="Rectangle Rectangl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499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502" name="Fa55"/>
          <p:cNvSpPr txBox="1"/>
          <p:nvPr/>
        </p:nvSpPr>
        <p:spPr>
          <a:xfrm>
            <a:off x="17237231" y="6059648"/>
            <a:ext cx="75105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pic>
        <p:nvPicPr>
          <p:cNvPr id="1503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985624">
            <a:off x="15364918" y="5728392"/>
            <a:ext cx="1974041" cy="352234"/>
          </a:xfrm>
          <a:prstGeom prst="rect">
            <a:avLst/>
          </a:prstGeom>
        </p:spPr>
      </p:pic>
      <p:sp>
        <p:nvSpPr>
          <p:cNvPr id="1505" name="E070"/>
          <p:cNvSpPr txBox="1"/>
          <p:nvPr/>
        </p:nvSpPr>
        <p:spPr>
          <a:xfrm>
            <a:off x="12276089" y="6123148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506" name="Fa55"/>
          <p:cNvSpPr txBox="1"/>
          <p:nvPr/>
        </p:nvSpPr>
        <p:spPr>
          <a:xfrm>
            <a:off x="13845004" y="6123148"/>
            <a:ext cx="75105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pic>
        <p:nvPicPr>
          <p:cNvPr id="1507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1201771">
            <a:off x="2360117" y="5814737"/>
            <a:ext cx="9686072" cy="352234"/>
          </a:xfrm>
          <a:prstGeom prst="rect">
            <a:avLst/>
          </a:prstGeom>
        </p:spPr>
      </p:pic>
      <p:sp>
        <p:nvSpPr>
          <p:cNvPr id="1509" name="Fa55"/>
          <p:cNvSpPr txBox="1"/>
          <p:nvPr/>
        </p:nvSpPr>
        <p:spPr>
          <a:xfrm>
            <a:off x="1145039" y="4872464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Fa55 </a:t>
            </a:r>
          </a:p>
        </p:txBody>
      </p:sp>
      <p:grpSp>
        <p:nvGrpSpPr>
          <p:cNvPr id="1514" name="Group"/>
          <p:cNvGrpSpPr/>
          <p:nvPr/>
        </p:nvGrpSpPr>
        <p:grpSpPr>
          <a:xfrm>
            <a:off x="382848" y="11620826"/>
            <a:ext cx="1297791" cy="1893273"/>
            <a:chOff x="0" y="-53881"/>
            <a:chExt cx="1297790" cy="1893272"/>
          </a:xfrm>
        </p:grpSpPr>
        <p:sp>
          <p:nvSpPr>
            <p:cNvPr id="1510" name="2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511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512" name="Line Line" descr="Line Line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grpSp>
        <p:nvGrpSpPr>
          <p:cNvPr id="1517" name="Group"/>
          <p:cNvGrpSpPr/>
          <p:nvPr/>
        </p:nvGrpSpPr>
        <p:grpSpPr>
          <a:xfrm>
            <a:off x="382848" y="12547093"/>
            <a:ext cx="967005" cy="967006"/>
            <a:chOff x="0" y="0"/>
            <a:chExt cx="967004" cy="967004"/>
          </a:xfrm>
        </p:grpSpPr>
        <p:sp>
          <p:nvSpPr>
            <p:cNvPr id="1515" name="20"/>
            <p:cNvSpPr txBox="1"/>
            <p:nvPr/>
          </p:nvSpPr>
          <p:spPr>
            <a:xfrm>
              <a:off x="214517" y="234970"/>
              <a:ext cx="537973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516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9" presetClass="exit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" dur="800" fill="hold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9" presetClass="exit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" dur="800" fill="hold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00"/>
                            </p:stCondLst>
                            <p:childTnLst>
                              <p:par>
                                <p:cTn id="27" presetID="9" presetClass="exit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8" dur="800" fill="hold"/>
                                        <p:tgtEl>
                                          <p:spTgt spid="1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9" presetClass="exit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32" dur="700" fill="hold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00"/>
                            </p:stCondLst>
                            <p:childTnLst>
                              <p:par>
                                <p:cTn id="35" presetID="9" presetClass="exit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36" dur="700" fill="hold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400"/>
                            </p:stCondLst>
                            <p:childTnLst>
                              <p:par>
                                <p:cTn id="39" presetID="9" presetClass="exit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0" dur="700" fill="hold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100"/>
                            </p:stCondLst>
                            <p:childTnLst>
                              <p:par>
                                <p:cTn id="43" presetID="9" presetClass="exit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4" dur="700" fill="hold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800"/>
                            </p:stCondLst>
                            <p:childTnLst>
                              <p:par>
                                <p:cTn id="47" presetID="9" presetClass="exit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48" dur="700" fill="hold"/>
                                        <p:tgtEl>
                                          <p:spTgt spid="1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9" presetClass="exit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2" dur="700" fill="hold"/>
                                        <p:tgtEl>
                                          <p:spTgt spid="1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200"/>
                            </p:stCondLst>
                            <p:childTnLst>
                              <p:par>
                                <p:cTn id="55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200"/>
                            </p:stCondLst>
                            <p:childTnLst>
                              <p:par>
                                <p:cTn id="60" presetID="23" presetClass="entr" presetSubtype="16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"/>
                            </p:stCondLst>
                            <p:childTnLst>
                              <p:par>
                                <p:cTn id="71" presetID="23" presetClass="entr" presetSubtype="16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0" fill="hold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0" fill="hold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grpId="1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2" grpId="1" animBg="1" advAuto="0"/>
      <p:bldP spid="1424" grpId="12" animBg="1" advAuto="0"/>
      <p:bldP spid="1426" grpId="11" animBg="1" advAuto="0"/>
      <p:bldP spid="1427" grpId="9" animBg="1" advAuto="0"/>
      <p:bldP spid="1430" grpId="8" animBg="1" advAuto="0"/>
      <p:bldP spid="1432" grpId="7" animBg="1" advAuto="0"/>
      <p:bldP spid="1433" grpId="5" animBg="1" advAuto="0"/>
      <p:bldP spid="1480" grpId="6" animBg="1" advAuto="0"/>
      <p:bldP spid="1481" grpId="10" animBg="1" advAuto="0"/>
      <p:bldP spid="1482" grpId="4" animBg="1" advAuto="0"/>
      <p:bldP spid="1502" grpId="3" animBg="1" advAuto="0"/>
      <p:bldP spid="1503" grpId="2" animBg="1" advAuto="0"/>
      <p:bldP spid="1505" grpId="13" animBg="1" advAuto="0"/>
      <p:bldP spid="1506" grpId="14" animBg="1" advAuto="0"/>
      <p:bldP spid="1507" grpId="15" animBg="1" advAuto="0"/>
      <p:bldP spid="1509" grpId="16" animBg="1" advAuto="0"/>
      <p:bldP spid="1514" grpId="17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520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278352" y="2344285"/>
            <a:ext cx="1349835" cy="76201"/>
          </a:xfrm>
          <a:prstGeom prst="rect">
            <a:avLst/>
          </a:prstGeom>
        </p:spPr>
      </p:pic>
      <p:sp>
        <p:nvSpPr>
          <p:cNvPr id="1522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523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grpSp>
        <p:nvGrpSpPr>
          <p:cNvPr id="1541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52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525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52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52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52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52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53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532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534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53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53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53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539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544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542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543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562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545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546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547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548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549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550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55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553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555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556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557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55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560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563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568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564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565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56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569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grpSp>
        <p:nvGrpSpPr>
          <p:cNvPr id="1587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1570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571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1572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573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574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575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576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578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580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1581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582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58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585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588" name="Fa55"/>
          <p:cNvSpPr txBox="1"/>
          <p:nvPr/>
        </p:nvSpPr>
        <p:spPr>
          <a:xfrm>
            <a:off x="1145039" y="4872464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Fa55 </a:t>
            </a:r>
          </a:p>
        </p:txBody>
      </p:sp>
      <p:grpSp>
        <p:nvGrpSpPr>
          <p:cNvPr id="1593" name="Group"/>
          <p:cNvGrpSpPr/>
          <p:nvPr/>
        </p:nvGrpSpPr>
        <p:grpSpPr>
          <a:xfrm>
            <a:off x="382848" y="11620826"/>
            <a:ext cx="1297791" cy="1893273"/>
            <a:chOff x="0" y="-53881"/>
            <a:chExt cx="1297790" cy="1893272"/>
          </a:xfrm>
        </p:grpSpPr>
        <p:sp>
          <p:nvSpPr>
            <p:cNvPr id="1589" name="2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590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59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594" name="############################# altura…"/>
          <p:cNvSpPr txBox="1"/>
          <p:nvPr/>
        </p:nvSpPr>
        <p:spPr>
          <a:xfrm>
            <a:off x="10758073" y="7988026"/>
            <a:ext cx="13192349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sp>
        <p:nvSpPr>
          <p:cNvPr id="1595" name="E070"/>
          <p:cNvSpPr txBox="1"/>
          <p:nvPr/>
        </p:nvSpPr>
        <p:spPr>
          <a:xfrm>
            <a:off x="15402329" y="8669086"/>
            <a:ext cx="761392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1596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000331" y="9289967"/>
            <a:ext cx="5153198" cy="76201"/>
          </a:xfrm>
          <a:prstGeom prst="rect">
            <a:avLst/>
          </a:prstGeom>
        </p:spPr>
      </p:pic>
      <p:sp>
        <p:nvSpPr>
          <p:cNvPr id="1598" name="Fa55"/>
          <p:cNvSpPr txBox="1"/>
          <p:nvPr/>
        </p:nvSpPr>
        <p:spPr>
          <a:xfrm>
            <a:off x="16796029" y="8669086"/>
            <a:ext cx="751053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sp>
        <p:nvSpPr>
          <p:cNvPr id="1599" name="def _altura(self, no):…"/>
          <p:cNvSpPr txBox="1"/>
          <p:nvPr/>
        </p:nvSpPr>
        <p:spPr>
          <a:xfrm>
            <a:off x="12831719" y="11337111"/>
            <a:ext cx="3802981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600" name="1"/>
          <p:cNvSpPr txBox="1"/>
          <p:nvPr/>
        </p:nvSpPr>
        <p:spPr>
          <a:xfrm>
            <a:off x="15609025" y="12988413"/>
            <a:ext cx="269647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pic>
        <p:nvPicPr>
          <p:cNvPr id="1601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6603522" y="11402286"/>
            <a:ext cx="791528" cy="352235"/>
          </a:xfrm>
          <a:prstGeom prst="rect">
            <a:avLst/>
          </a:prstGeom>
        </p:spPr>
      </p:pic>
      <p:sp>
        <p:nvSpPr>
          <p:cNvPr id="1603" name="Fa55"/>
          <p:cNvSpPr txBox="1"/>
          <p:nvPr/>
        </p:nvSpPr>
        <p:spPr>
          <a:xfrm>
            <a:off x="15740774" y="11027818"/>
            <a:ext cx="751053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sp>
        <p:nvSpPr>
          <p:cNvPr id="1604" name="Fa55"/>
          <p:cNvSpPr txBox="1"/>
          <p:nvPr/>
        </p:nvSpPr>
        <p:spPr>
          <a:xfrm>
            <a:off x="14622184" y="12973238"/>
            <a:ext cx="751054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sp>
        <p:nvSpPr>
          <p:cNvPr id="1605" name="False"/>
          <p:cNvSpPr txBox="1"/>
          <p:nvPr/>
        </p:nvSpPr>
        <p:spPr>
          <a:xfrm>
            <a:off x="12704524" y="11783554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606" name="1"/>
          <p:cNvSpPr txBox="1"/>
          <p:nvPr/>
        </p:nvSpPr>
        <p:spPr>
          <a:xfrm>
            <a:off x="15208232" y="9394533"/>
            <a:ext cx="347321" cy="59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pic>
        <p:nvPicPr>
          <p:cNvPr id="1607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5642686">
            <a:off x="14234098" y="11257956"/>
            <a:ext cx="2796511" cy="352235"/>
          </a:xfrm>
          <a:prstGeom prst="rect">
            <a:avLst/>
          </a:prstGeom>
        </p:spPr>
      </p:pic>
      <p:sp>
        <p:nvSpPr>
          <p:cNvPr id="1609" name="E070"/>
          <p:cNvSpPr txBox="1"/>
          <p:nvPr/>
        </p:nvSpPr>
        <p:spPr>
          <a:xfrm>
            <a:off x="20891698" y="8664158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1610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8489700" y="9285040"/>
            <a:ext cx="5153198" cy="76201"/>
          </a:xfrm>
          <a:prstGeom prst="rect">
            <a:avLst/>
          </a:prstGeom>
        </p:spPr>
      </p:pic>
      <p:sp>
        <p:nvSpPr>
          <p:cNvPr id="1612" name="None"/>
          <p:cNvSpPr txBox="1"/>
          <p:nvPr/>
        </p:nvSpPr>
        <p:spPr>
          <a:xfrm>
            <a:off x="22285397" y="8664158"/>
            <a:ext cx="81811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613" name="0"/>
          <p:cNvSpPr txBox="1"/>
          <p:nvPr/>
        </p:nvSpPr>
        <p:spPr>
          <a:xfrm>
            <a:off x="20676489" y="9394533"/>
            <a:ext cx="347321" cy="59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1614" name="def _altura(self, no):…"/>
          <p:cNvSpPr txBox="1"/>
          <p:nvPr/>
        </p:nvSpPr>
        <p:spPr>
          <a:xfrm>
            <a:off x="19165555" y="10868062"/>
            <a:ext cx="3802982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pic>
        <p:nvPicPr>
          <p:cNvPr id="1615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2937359" y="10933236"/>
            <a:ext cx="791528" cy="352235"/>
          </a:xfrm>
          <a:prstGeom prst="rect">
            <a:avLst/>
          </a:prstGeom>
        </p:spPr>
      </p:pic>
      <p:sp>
        <p:nvSpPr>
          <p:cNvPr id="1617" name="None"/>
          <p:cNvSpPr txBox="1"/>
          <p:nvPr/>
        </p:nvSpPr>
        <p:spPr>
          <a:xfrm>
            <a:off x="22074610" y="10558769"/>
            <a:ext cx="81811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618" name="True"/>
          <p:cNvSpPr txBox="1"/>
          <p:nvPr/>
        </p:nvSpPr>
        <p:spPr>
          <a:xfrm>
            <a:off x="19139960" y="113145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pic>
        <p:nvPicPr>
          <p:cNvPr id="1619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4747564">
            <a:off x="20462762" y="10744805"/>
            <a:ext cx="1844101" cy="352234"/>
          </a:xfrm>
          <a:prstGeom prst="rect">
            <a:avLst/>
          </a:prstGeom>
        </p:spPr>
      </p:pic>
      <p:sp>
        <p:nvSpPr>
          <p:cNvPr id="1621" name="E070"/>
          <p:cNvSpPr txBox="1"/>
          <p:nvPr/>
        </p:nvSpPr>
        <p:spPr>
          <a:xfrm>
            <a:off x="11806135" y="8158311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622" name="2"/>
          <p:cNvSpPr txBox="1"/>
          <p:nvPr/>
        </p:nvSpPr>
        <p:spPr>
          <a:xfrm>
            <a:off x="13245176" y="8000726"/>
            <a:ext cx="347320" cy="597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1623" name="Line Line" descr="Line 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12351820">
            <a:off x="4596189" y="6732201"/>
            <a:ext cx="7146639" cy="352235"/>
          </a:xfrm>
          <a:prstGeom prst="rect">
            <a:avLst/>
          </a:prstGeom>
        </p:spPr>
      </p:pic>
      <p:sp>
        <p:nvSpPr>
          <p:cNvPr id="1625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626" name="2"/>
          <p:cNvSpPr txBox="1"/>
          <p:nvPr/>
        </p:nvSpPr>
        <p:spPr>
          <a:xfrm>
            <a:off x="4392445" y="4872464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100"/>
                            </p:stCondLst>
                            <p:childTnLst>
                              <p:par>
                                <p:cTn id="46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100"/>
                            </p:stCondLst>
                            <p:childTnLst>
                              <p:par>
                                <p:cTn id="51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0" fill="hold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0" fill="hold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600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"/>
                            </p:stCondLst>
                            <p:childTnLst>
                              <p:par>
                                <p:cTn id="61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8" dur="900" fill="hold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"/>
                            </p:stCondLst>
                            <p:childTnLst>
                              <p:par>
                                <p:cTn id="71" presetID="9" presetClass="exit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2" dur="500" fill="hold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6" dur="800" fill="hold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00"/>
                            </p:stCondLst>
                            <p:childTnLst>
                              <p:par>
                                <p:cTn id="79" presetID="9" presetClass="exit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0" dur="900" fill="hold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100"/>
                            </p:stCondLst>
                            <p:childTnLst>
                              <p:par>
                                <p:cTn id="83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4" dur="500" fill="hold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600"/>
                            </p:stCondLst>
                            <p:childTnLst>
                              <p:par>
                                <p:cTn id="87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8" dur="900" fill="hold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2" dur="900" fill="hold"/>
                                        <p:tgtEl>
                                          <p:spTgt spid="1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3" presetClass="entr" presetSubtype="16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grpId="2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600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00"/>
                            </p:stCondLst>
                            <p:childTnLst>
                              <p:par>
                                <p:cTn id="121" presetID="23" presetClass="entr" presetSubtype="16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600"/>
                            </p:stCondLst>
                            <p:childTnLst>
                              <p:par>
                                <p:cTn id="126" presetID="23" presetClass="entr" presetSubtype="16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600"/>
                            </p:stCondLst>
                            <p:childTnLst>
                              <p:par>
                                <p:cTn id="131" presetID="23" presetClass="entr" presetSubtype="16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1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1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200"/>
                            </p:stCondLst>
                            <p:childTnLst>
                              <p:par>
                                <p:cTn id="136" presetID="23" presetClass="entr" presetSubtype="16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2500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500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xit" fill="hold" grpId="2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3" dur="800" fill="hold"/>
                                        <p:tgtEl>
                                          <p:spTgt spid="16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800"/>
                            </p:stCondLst>
                            <p:childTnLst>
                              <p:par>
                                <p:cTn id="146" presetID="9" presetClass="exit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7" dur="900" fill="hold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"/>
                            </p:stCondLst>
                            <p:childTnLst>
                              <p:par>
                                <p:cTn id="150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1" dur="500" fill="hold"/>
                                        <p:tgtEl>
                                          <p:spTgt spid="1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200"/>
                            </p:stCondLst>
                            <p:childTnLst>
                              <p:par>
                                <p:cTn id="154" presetID="9" presetClass="exit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5" dur="800" fill="hold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000"/>
                            </p:stCondLst>
                            <p:childTnLst>
                              <p:par>
                                <p:cTn id="158" presetID="9" presetClass="exit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9" dur="800" fill="hold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3" presetClass="entr" presetSubtype="16" fill="hold" grpId="3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3" presetClass="entr" presetSubtype="16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3" presetClass="entr" presetSubtype="16" fill="hold" grpId="3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fill="hold"/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600" fill="hold"/>
                                        <p:tgtEl>
                                          <p:spTgt spid="1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00" fill="hold"/>
                                        <p:tgtEl>
                                          <p:spTgt spid="1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600"/>
                            </p:stCondLst>
                            <p:childTnLst>
                              <p:par>
                                <p:cTn id="179" presetID="23" presetClass="entr" presetSubtype="16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600"/>
                            </p:stCondLst>
                            <p:childTnLst>
                              <p:par>
                                <p:cTn id="184" presetID="23" presetClass="entr" presetSubtype="16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5" fill="hold"/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xit" fill="hold" grpId="3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1" dur="500" fill="hold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9" presetClass="exit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5" dur="500" fill="hold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9" presetClass="exit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9" dur="500" fill="hold"/>
                                        <p:tgtEl>
                                          <p:spTgt spid="1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500"/>
                            </p:stCondLst>
                            <p:childTnLst>
                              <p:par>
                                <p:cTn id="202" presetID="9" presetClass="exit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3" dur="500" fill="hold"/>
                                        <p:tgtEl>
                                          <p:spTgt spid="1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xit" fill="hold" grpId="4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8" dur="500" fill="hold"/>
                                        <p:tgtEl>
                                          <p:spTgt spid="1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9" presetClass="exit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2" dur="800" fill="hold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xit" fill="hold" grpId="4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7" dur="800" fill="hold"/>
                                        <p:tgtEl>
                                          <p:spTgt spid="1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4" grpId="1" animBg="1" advAuto="0"/>
      <p:bldP spid="1595" grpId="3" animBg="1" advAuto="0"/>
      <p:bldP spid="1595" grpId="39" animBg="1" advAuto="0"/>
      <p:bldP spid="1596" grpId="2" animBg="1" advAuto="0"/>
      <p:bldP spid="1598" grpId="4" animBg="1" advAuto="0"/>
      <p:bldP spid="1598" grpId="40" animBg="1" advAuto="0"/>
      <p:bldP spid="1599" grpId="5" animBg="1" advAuto="0"/>
      <p:bldP spid="1599" grpId="19" animBg="1" advAuto="0"/>
      <p:bldP spid="1600" grpId="10" animBg="1" advAuto="0"/>
      <p:bldP spid="1600" grpId="18" animBg="1" advAuto="0"/>
      <p:bldP spid="1601" grpId="6" animBg="1" advAuto="0"/>
      <p:bldP spid="1601" grpId="15" animBg="1" advAuto="0"/>
      <p:bldP spid="1603" grpId="7" animBg="1" advAuto="0"/>
      <p:bldP spid="1603" grpId="14" animBg="1" advAuto="0"/>
      <p:bldP spid="1604" grpId="9" animBg="1" advAuto="0"/>
      <p:bldP spid="1604" grpId="17" animBg="1" advAuto="0"/>
      <p:bldP spid="1605" grpId="8" animBg="1" advAuto="0"/>
      <p:bldP spid="1605" grpId="16" animBg="1" advAuto="0"/>
      <p:bldP spid="1606" grpId="12" animBg="1" advAuto="0"/>
      <p:bldP spid="1607" grpId="11" animBg="1" advAuto="0"/>
      <p:bldP spid="1607" grpId="13" animBg="1" advAuto="0"/>
      <p:bldP spid="1609" grpId="21" animBg="1" advAuto="0"/>
      <p:bldP spid="1609" grpId="41" animBg="1" advAuto="0"/>
      <p:bldP spid="1610" grpId="20" animBg="1" advAuto="0"/>
      <p:bldP spid="1612" grpId="22" animBg="1" advAuto="0"/>
      <p:bldP spid="1612" grpId="42" animBg="1" advAuto="0"/>
      <p:bldP spid="1613" grpId="28" animBg="1" advAuto="0"/>
      <p:bldP spid="1614" grpId="23" animBg="1" advAuto="0"/>
      <p:bldP spid="1614" grpId="33" animBg="1" advAuto="0"/>
      <p:bldP spid="1615" grpId="24" animBg="1" advAuto="0"/>
      <p:bldP spid="1615" grpId="32" animBg="1" advAuto="0"/>
      <p:bldP spid="1617" grpId="25" animBg="1" advAuto="0"/>
      <p:bldP spid="1617" grpId="31" animBg="1" advAuto="0"/>
      <p:bldP spid="1618" grpId="26" animBg="1" advAuto="0"/>
      <p:bldP spid="1618" grpId="30" animBg="1" advAuto="0"/>
      <p:bldP spid="1619" grpId="27" animBg="1" advAuto="0"/>
      <p:bldP spid="1619" grpId="29" animBg="1" advAuto="0"/>
      <p:bldP spid="1621" grpId="35" animBg="1" advAuto="0"/>
      <p:bldP spid="1621" grpId="43" animBg="1" advAuto="0"/>
      <p:bldP spid="1622" grpId="34" animBg="1" advAuto="0"/>
      <p:bldP spid="1622" grpId="44" animBg="1" advAuto="0"/>
      <p:bldP spid="1623" grpId="36" animBg="1" advAuto="0"/>
      <p:bldP spid="1623" grpId="45" animBg="1" advAuto="0"/>
      <p:bldP spid="1625" grpId="38" animBg="1" advAuto="0"/>
      <p:bldP spid="1626" grpId="37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grpSp>
        <p:nvGrpSpPr>
          <p:cNvPr id="1646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629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630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631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632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633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634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635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63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639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640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641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642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644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649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647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648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667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650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651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652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653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654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655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656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65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660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661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662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663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665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668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673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669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670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671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674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grpSp>
        <p:nvGrpSpPr>
          <p:cNvPr id="1692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1675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676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1677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678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679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680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681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68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685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1686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687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688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69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693" name="Fa55"/>
          <p:cNvSpPr txBox="1"/>
          <p:nvPr/>
        </p:nvSpPr>
        <p:spPr>
          <a:xfrm>
            <a:off x="1145039" y="4872464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Fa55 </a:t>
            </a:r>
          </a:p>
        </p:txBody>
      </p:sp>
      <p:grpSp>
        <p:nvGrpSpPr>
          <p:cNvPr id="1698" name="Group"/>
          <p:cNvGrpSpPr/>
          <p:nvPr/>
        </p:nvGrpSpPr>
        <p:grpSpPr>
          <a:xfrm>
            <a:off x="382848" y="11620826"/>
            <a:ext cx="1297791" cy="1893273"/>
            <a:chOff x="0" y="-53881"/>
            <a:chExt cx="1297790" cy="1893272"/>
          </a:xfrm>
        </p:grpSpPr>
        <p:sp>
          <p:nvSpPr>
            <p:cNvPr id="1694" name="2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695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696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699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700" name="def adicionar_no(self, valor):…"/>
          <p:cNvSpPr txBox="1"/>
          <p:nvPr/>
        </p:nvSpPr>
        <p:spPr>
          <a:xfrm>
            <a:off x="10630276" y="739775"/>
            <a:ext cx="5784504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701" name="def _adicionar_no_folha(self, no_atual, valor):…"/>
          <p:cNvSpPr txBox="1"/>
          <p:nvPr/>
        </p:nvSpPr>
        <p:spPr>
          <a:xfrm>
            <a:off x="10636815" y="2602802"/>
            <a:ext cx="7247781" cy="210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sp>
        <p:nvSpPr>
          <p:cNvPr id="1702" name="############################# altura…"/>
          <p:cNvSpPr txBox="1"/>
          <p:nvPr/>
        </p:nvSpPr>
        <p:spPr>
          <a:xfrm>
            <a:off x="10736961" y="4660626"/>
            <a:ext cx="724778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pic>
        <p:nvPicPr>
          <p:cNvPr id="1703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148744" y="6431629"/>
            <a:ext cx="791527" cy="352234"/>
          </a:xfrm>
          <a:prstGeom prst="rect">
            <a:avLst/>
          </a:prstGeom>
        </p:spPr>
      </p:pic>
      <p:pic>
        <p:nvPicPr>
          <p:cNvPr id="1705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4757001" y="6769100"/>
            <a:ext cx="4262589" cy="76200"/>
          </a:xfrm>
          <a:prstGeom prst="rect">
            <a:avLst/>
          </a:prstGeom>
        </p:spPr>
      </p:pic>
      <p:sp>
        <p:nvSpPr>
          <p:cNvPr id="1707" name="E070"/>
          <p:cNvSpPr txBox="1"/>
          <p:nvPr/>
        </p:nvSpPr>
        <p:spPr>
          <a:xfrm>
            <a:off x="17780744" y="6152701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708" name="Rectangle"/>
          <p:cNvSpPr/>
          <p:nvPr/>
        </p:nvSpPr>
        <p:spPr>
          <a:xfrm>
            <a:off x="10606974" y="262102"/>
            <a:ext cx="12903860" cy="5319540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09" name="def _balanceamento(self, no):…"/>
          <p:cNvSpPr txBox="1"/>
          <p:nvPr/>
        </p:nvSpPr>
        <p:spPr>
          <a:xfrm>
            <a:off x="11085234" y="712072"/>
            <a:ext cx="10677340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_balanceamento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chemeClr val="accent1">
                    <a:hueOff val="114395"/>
                    <a:lumOff val="-24975"/>
                  </a:schemeClr>
                </a:solidFill>
              </a:rPr>
              <a:t>return</a:t>
            </a:r>
            <a:r>
              <a:t>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._altura(no.direito) -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._altura(no.esquerda)</a:t>
            </a:r>
          </a:p>
        </p:txBody>
      </p:sp>
      <p:sp>
        <p:nvSpPr>
          <p:cNvPr id="1710" name="0"/>
          <p:cNvSpPr txBox="1"/>
          <p:nvPr/>
        </p:nvSpPr>
        <p:spPr>
          <a:xfrm>
            <a:off x="14082466" y="2003466"/>
            <a:ext cx="424993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1711" name="1"/>
          <p:cNvSpPr txBox="1"/>
          <p:nvPr/>
        </p:nvSpPr>
        <p:spPr>
          <a:xfrm>
            <a:off x="19769956" y="2003466"/>
            <a:ext cx="424993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712" name="-1"/>
          <p:cNvSpPr txBox="1"/>
          <p:nvPr/>
        </p:nvSpPr>
        <p:spPr>
          <a:xfrm>
            <a:off x="12034962" y="1901866"/>
            <a:ext cx="65242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-1</a:t>
            </a:r>
          </a:p>
        </p:txBody>
      </p:sp>
      <p:sp>
        <p:nvSpPr>
          <p:cNvPr id="1713" name="E070"/>
          <p:cNvSpPr txBox="1"/>
          <p:nvPr/>
        </p:nvSpPr>
        <p:spPr>
          <a:xfrm>
            <a:off x="15224910" y="343028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714" name="False"/>
          <p:cNvSpPr txBox="1"/>
          <p:nvPr/>
        </p:nvSpPr>
        <p:spPr>
          <a:xfrm>
            <a:off x="10921081" y="1052674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715" name="None"/>
          <p:cNvSpPr txBox="1"/>
          <p:nvPr/>
        </p:nvSpPr>
        <p:spPr>
          <a:xfrm>
            <a:off x="16043208" y="1443288"/>
            <a:ext cx="81810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716" name="def _altura(self, no):…"/>
          <p:cNvSpPr txBox="1"/>
          <p:nvPr/>
        </p:nvSpPr>
        <p:spPr>
          <a:xfrm>
            <a:off x="12937745" y="3126990"/>
            <a:ext cx="3802982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717" name="1"/>
          <p:cNvSpPr txBox="1"/>
          <p:nvPr/>
        </p:nvSpPr>
        <p:spPr>
          <a:xfrm>
            <a:off x="21049051" y="4803692"/>
            <a:ext cx="269648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718" name="None"/>
          <p:cNvSpPr txBox="1"/>
          <p:nvPr/>
        </p:nvSpPr>
        <p:spPr>
          <a:xfrm>
            <a:off x="15846800" y="2817697"/>
            <a:ext cx="81810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719" name="Fa55"/>
          <p:cNvSpPr txBox="1"/>
          <p:nvPr/>
        </p:nvSpPr>
        <p:spPr>
          <a:xfrm>
            <a:off x="20062211" y="4788517"/>
            <a:ext cx="751053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sp>
        <p:nvSpPr>
          <p:cNvPr id="1720" name="True"/>
          <p:cNvSpPr txBox="1"/>
          <p:nvPr/>
        </p:nvSpPr>
        <p:spPr>
          <a:xfrm>
            <a:off x="12810551" y="3573434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721" name="def _altura(self, no):…"/>
          <p:cNvSpPr txBox="1"/>
          <p:nvPr/>
        </p:nvSpPr>
        <p:spPr>
          <a:xfrm>
            <a:off x="18321556" y="3131868"/>
            <a:ext cx="3802981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722" name="Fa55"/>
          <p:cNvSpPr txBox="1"/>
          <p:nvPr/>
        </p:nvSpPr>
        <p:spPr>
          <a:xfrm>
            <a:off x="21230611" y="2822574"/>
            <a:ext cx="751053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sp>
        <p:nvSpPr>
          <p:cNvPr id="1723" name="False"/>
          <p:cNvSpPr txBox="1"/>
          <p:nvPr/>
        </p:nvSpPr>
        <p:spPr>
          <a:xfrm>
            <a:off x="18194362" y="3578311"/>
            <a:ext cx="82285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pic>
        <p:nvPicPr>
          <p:cNvPr id="1724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173955" y="2083672"/>
            <a:ext cx="4262589" cy="76201"/>
          </a:xfrm>
          <a:prstGeom prst="rect">
            <a:avLst/>
          </a:prstGeom>
        </p:spPr>
      </p:pic>
      <p:pic>
        <p:nvPicPr>
          <p:cNvPr id="1726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7671074" y="2083672"/>
            <a:ext cx="4262589" cy="76201"/>
          </a:xfrm>
          <a:prstGeom prst="rect">
            <a:avLst/>
          </a:prstGeom>
        </p:spPr>
      </p:pic>
      <p:sp>
        <p:nvSpPr>
          <p:cNvPr id="1728" name="Fa55"/>
          <p:cNvSpPr txBox="1"/>
          <p:nvPr/>
        </p:nvSpPr>
        <p:spPr>
          <a:xfrm>
            <a:off x="20498103" y="1448966"/>
            <a:ext cx="751054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Fa55</a:t>
            </a:r>
          </a:p>
        </p:txBody>
      </p:sp>
      <p:pic>
        <p:nvPicPr>
          <p:cNvPr id="1729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4150720">
            <a:off x="14014951" y="3124021"/>
            <a:ext cx="1943389" cy="352234"/>
          </a:xfrm>
          <a:prstGeom prst="rect">
            <a:avLst/>
          </a:prstGeom>
        </p:spPr>
      </p:pic>
      <p:pic>
        <p:nvPicPr>
          <p:cNvPr id="1731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5322432">
            <a:off x="19359489" y="3411635"/>
            <a:ext cx="2220446" cy="352235"/>
          </a:xfrm>
          <a:prstGeom prst="rect">
            <a:avLst/>
          </a:prstGeom>
        </p:spPr>
      </p:pic>
      <p:sp>
        <p:nvSpPr>
          <p:cNvPr id="1733" name="-1"/>
          <p:cNvSpPr txBox="1"/>
          <p:nvPr/>
        </p:nvSpPr>
        <p:spPr>
          <a:xfrm>
            <a:off x="12034962" y="5824735"/>
            <a:ext cx="65242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-1</a:t>
            </a:r>
          </a:p>
        </p:txBody>
      </p:sp>
      <p:pic>
        <p:nvPicPr>
          <p:cNvPr id="1734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717473" y="4028697"/>
            <a:ext cx="3115182" cy="352235"/>
          </a:xfrm>
          <a:prstGeom prst="rect">
            <a:avLst/>
          </a:prstGeom>
        </p:spPr>
      </p:pic>
      <p:sp>
        <p:nvSpPr>
          <p:cNvPr id="1736" name="False"/>
          <p:cNvSpPr txBox="1"/>
          <p:nvPr/>
        </p:nvSpPr>
        <p:spPr>
          <a:xfrm>
            <a:off x="10404148" y="6766323"/>
            <a:ext cx="82286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737" name="False"/>
          <p:cNvSpPr txBox="1"/>
          <p:nvPr/>
        </p:nvSpPr>
        <p:spPr>
          <a:xfrm>
            <a:off x="10404148" y="10017853"/>
            <a:ext cx="82286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738" name="E070"/>
          <p:cNvSpPr txBox="1"/>
          <p:nvPr/>
        </p:nvSpPr>
        <p:spPr>
          <a:xfrm>
            <a:off x="12836116" y="12866547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739" name="2"/>
          <p:cNvSpPr txBox="1"/>
          <p:nvPr/>
        </p:nvSpPr>
        <p:spPr>
          <a:xfrm>
            <a:off x="4392445" y="4872464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740" name="############################# Fator Balanceamento…"/>
          <p:cNvSpPr txBox="1"/>
          <p:nvPr/>
        </p:nvSpPr>
        <p:spPr>
          <a:xfrm>
            <a:off x="10711289" y="5897912"/>
            <a:ext cx="12354013" cy="77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</a:t>
            </a:r>
            <a:r>
              <a:t>############################# Fator Balanceamento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0000"/>
                </a:solidFill>
              </a:rPr>
              <a:t>balanceamento </a:t>
            </a:r>
            <a:r>
              <a:t>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._balanceamento(no_atual)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  <a:r>
              <a:rPr>
                <a:solidFill>
                  <a:srgbClr val="080808"/>
                </a:solidFill>
              </a:rPr>
              <a:t>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&lt;</a:t>
            </a:r>
            <a:r>
              <a:rPr>
                <a:solidFill>
                  <a:srgbClr val="080808"/>
                </a:solidFill>
              </a:rPr>
              <a:t> -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 </a:t>
            </a:r>
            <a:r>
              <a:rPr i="1">
                <a:solidFill>
                  <a:srgbClr val="8C8C8C"/>
                </a:solidFill>
              </a:rPr>
              <a:t># rotação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&lt; no_atual.esquerda.valor: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._rotacao_esquerda(no_atual.esquerda)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&gt;</a:t>
            </a:r>
            <a:r>
              <a:rPr>
                <a:solidFill>
                  <a:srgbClr val="080808"/>
                </a:solidFill>
              </a:rPr>
              <a:t> 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&gt; no_atual.direita.valor: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._rotacao_direita(no_atual.direita)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no_atual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1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1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0" fill="hold"/>
                                        <p:tgtEl>
                                          <p:spTgt spid="1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0" fill="hold"/>
                                        <p:tgtEl>
                                          <p:spTgt spid="1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3" presetClass="entr" presetSubtype="16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"/>
                            </p:stCondLst>
                            <p:childTnLst>
                              <p:par>
                                <p:cTn id="81" presetID="23" presetClass="entr" presetSubtype="16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xit" fill="hold" grpId="1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8" dur="900" fill="hold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00"/>
                            </p:stCondLst>
                            <p:childTnLst>
                              <p:par>
                                <p:cTn id="91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2" dur="500" fill="hold"/>
                                        <p:tgtEl>
                                          <p:spTgt spid="1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0"/>
                            </p:stCondLst>
                            <p:childTnLst>
                              <p:par>
                                <p:cTn id="95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6" dur="900" fill="hold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300"/>
                            </p:stCondLst>
                            <p:childTnLst>
                              <p:par>
                                <p:cTn id="99" presetID="9" presetClass="exit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0" dur="900" fill="hold"/>
                                        <p:tgtEl>
                                          <p:spTgt spid="1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3" presetClass="entr" presetSubtype="16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2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2500" fill="hold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500" fill="hold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23" presetClass="entr" presetSubtype="16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23" presetClass="entr" presetSubtype="16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500"/>
                            </p:stCondLst>
                            <p:childTnLst>
                              <p:par>
                                <p:cTn id="129" presetID="23" presetClass="entr" presetSubtype="16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500"/>
                            </p:stCondLst>
                            <p:childTnLst>
                              <p:par>
                                <p:cTn id="134" presetID="23" presetClass="entr" presetSubtype="16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grpId="2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600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600"/>
                            </p:stCondLst>
                            <p:childTnLst>
                              <p:par>
                                <p:cTn id="145" presetID="23" presetClass="entr" presetSubtype="16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xit" fill="hold" grpId="3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2" dur="800" fill="hold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800"/>
                            </p:stCondLst>
                            <p:childTnLst>
                              <p:par>
                                <p:cTn id="155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6" dur="900" fill="hold"/>
                                        <p:tgtEl>
                                          <p:spTgt spid="1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700"/>
                            </p:stCondLst>
                            <p:childTnLst>
                              <p:par>
                                <p:cTn id="159" presetID="9" presetClass="exit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0" dur="500" fill="hold"/>
                                        <p:tgtEl>
                                          <p:spTgt spid="1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200"/>
                            </p:stCondLst>
                            <p:childTnLst>
                              <p:par>
                                <p:cTn id="163" presetID="9" presetClass="exit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4" dur="500" fill="hold"/>
                                        <p:tgtEl>
                                          <p:spTgt spid="1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"/>
                            </p:stCondLst>
                            <p:childTnLst>
                              <p:par>
                                <p:cTn id="167" presetID="9" presetClass="exit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8" dur="900" fill="hold"/>
                                        <p:tgtEl>
                                          <p:spTgt spid="17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600"/>
                            </p:stCondLst>
                            <p:childTnLst>
                              <p:par>
                                <p:cTn id="171" presetID="9" presetClass="exit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72" dur="900" fill="hold"/>
                                        <p:tgtEl>
                                          <p:spTgt spid="17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grpId="3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16" fill="hold" grpId="3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600" fill="hold"/>
                                        <p:tgtEl>
                                          <p:spTgt spid="1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1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600"/>
                            </p:stCondLst>
                            <p:childTnLst>
                              <p:par>
                                <p:cTn id="187" presetID="23" presetClass="entr" presetSubtype="16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8" fill="hold"/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xit" fill="hold" grpId="3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4" dur="900" fill="hold"/>
                                        <p:tgtEl>
                                          <p:spTgt spid="1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900"/>
                            </p:stCondLst>
                            <p:childTnLst>
                              <p:par>
                                <p:cTn id="197" presetID="9" presetClass="exit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8" dur="900" fill="hold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800"/>
                            </p:stCondLst>
                            <p:childTnLst>
                              <p:par>
                                <p:cTn id="201" presetID="9" presetClass="exit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2" dur="800" fill="hold"/>
                                        <p:tgtEl>
                                          <p:spTgt spid="17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600"/>
                            </p:stCondLst>
                            <p:childTnLst>
                              <p:par>
                                <p:cTn id="205" presetID="9" presetClass="exit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6" dur="800" fill="hold"/>
                                        <p:tgtEl>
                                          <p:spTgt spid="1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"/>
                            </p:stCondLst>
                            <p:childTnLst>
                              <p:par>
                                <p:cTn id="209" presetID="9" presetClass="exit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0" dur="800" fill="hold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200"/>
                            </p:stCondLst>
                            <p:childTnLst>
                              <p:par>
                                <p:cTn id="213" presetID="9" presetClass="exit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4" dur="800" fill="hold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0"/>
                            </p:stCondLst>
                            <p:childTnLst>
                              <p:par>
                                <p:cTn id="217" presetID="9" presetClass="exit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8" dur="500" fill="hold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21" presetID="9" presetClass="exit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2" dur="500" fill="hold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25" presetID="9" presetClass="exit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6" dur="500" fill="hold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29" presetID="9" presetClass="exit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0" dur="800" fill="hold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300"/>
                            </p:stCondLst>
                            <p:childTnLst>
                              <p:par>
                                <p:cTn id="233" presetID="9" presetClass="exit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4" dur="800" fill="hold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8100"/>
                            </p:stCondLst>
                            <p:childTnLst>
                              <p:par>
                                <p:cTn id="237" presetID="9" presetClass="exit" fill="hold" grpId="5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8" dur="800" fill="hold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xit" fill="hold" grpId="5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3" dur="500" fill="hold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500"/>
                            </p:stCondLst>
                            <p:childTnLst>
                              <p:par>
                                <p:cTn id="246" presetID="9" presetClass="exit" fill="hold" grpId="5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7" dur="800" fill="hold"/>
                                        <p:tgtEl>
                                          <p:spTgt spid="1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300"/>
                            </p:stCondLst>
                            <p:childTnLst>
                              <p:par>
                                <p:cTn id="250" presetID="9" presetClass="exit" fill="hold" grpId="5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51" dur="800" fill="hold"/>
                                        <p:tgtEl>
                                          <p:spTgt spid="1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3" presetClass="entr" presetSubtype="16" fill="hold" grpId="5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6" fill="hold"/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000"/>
                            </p:stCondLst>
                            <p:childTnLst>
                              <p:par>
                                <p:cTn id="260" presetID="23" presetClass="entr" presetSubtype="16" fill="hold" grpId="5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1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000"/>
                            </p:stCondLst>
                            <p:childTnLst>
                              <p:par>
                                <p:cTn id="265" presetID="23" presetClass="entr" presetSubtype="16" fill="hold" grpId="5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6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9" presetClass="exit" fill="hold" grpId="5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72" dur="900" fill="hold"/>
                                        <p:tgtEl>
                                          <p:spTgt spid="1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900"/>
                            </p:stCondLst>
                            <p:childTnLst>
                              <p:par>
                                <p:cTn id="275" presetID="9" presetClass="exit" fill="hold" grpId="5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76" dur="900" fill="hold"/>
                                        <p:tgtEl>
                                          <p:spTgt spid="1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9" presetClass="exit" fill="hold" grpId="5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81" dur="500" fill="hold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3" grpId="1" animBg="1" advAuto="0"/>
      <p:bldP spid="1699" grpId="2" animBg="1" advAuto="0"/>
      <p:bldP spid="1703" grpId="3" animBg="1" advAuto="0"/>
      <p:bldP spid="1703" grpId="52" animBg="1" advAuto="0"/>
      <p:bldP spid="1705" grpId="4" animBg="1" advAuto="0"/>
      <p:bldP spid="1705" grpId="53" animBg="1" advAuto="0"/>
      <p:bldP spid="1707" grpId="5" animBg="1" advAuto="0"/>
      <p:bldP spid="1707" grpId="51" animBg="1" advAuto="0"/>
      <p:bldP spid="1708" grpId="6" animBg="1" advAuto="0"/>
      <p:bldP spid="1708" grpId="50" animBg="1" advAuto="0"/>
      <p:bldP spid="1709" grpId="7" animBg="1" advAuto="0"/>
      <p:bldP spid="1709" grpId="48" animBg="1" advAuto="0"/>
      <p:bldP spid="1710" grpId="16" animBg="1" advAuto="0"/>
      <p:bldP spid="1710" grpId="41" animBg="1" advAuto="0"/>
      <p:bldP spid="1711" grpId="29" animBg="1" advAuto="0"/>
      <p:bldP spid="1711" grpId="42" animBg="1" advAuto="0"/>
      <p:bldP spid="1712" grpId="36" animBg="1" advAuto="0"/>
      <p:bldP spid="1712" grpId="40" animBg="1" advAuto="0"/>
      <p:bldP spid="1713" grpId="8" animBg="1" advAuto="0"/>
      <p:bldP spid="1713" grpId="47" animBg="1" advAuto="0"/>
      <p:bldP spid="1714" grpId="9" animBg="1" advAuto="0"/>
      <p:bldP spid="1714" grpId="49" animBg="1" advAuto="0"/>
      <p:bldP spid="1715" grpId="11" animBg="1" advAuto="0"/>
      <p:bldP spid="1715" grpId="45" animBg="1" advAuto="0"/>
      <p:bldP spid="1716" grpId="12" animBg="1" advAuto="0"/>
      <p:bldP spid="1716" grpId="20" animBg="1" advAuto="0"/>
      <p:bldP spid="1717" grpId="27" animBg="1" advAuto="0"/>
      <p:bldP spid="1717" grpId="34" animBg="1" advAuto="0"/>
      <p:bldP spid="1718" grpId="13" animBg="1" advAuto="0"/>
      <p:bldP spid="1718" grpId="18" animBg="1" advAuto="0"/>
      <p:bldP spid="1719" grpId="26" animBg="1" advAuto="0"/>
      <p:bldP spid="1719" grpId="33" animBg="1" advAuto="0"/>
      <p:bldP spid="1720" grpId="14" animBg="1" advAuto="0"/>
      <p:bldP spid="1720" grpId="19" animBg="1" advAuto="0"/>
      <p:bldP spid="1721" grpId="23" animBg="1" advAuto="0"/>
      <p:bldP spid="1721" grpId="35" animBg="1" advAuto="0"/>
      <p:bldP spid="1722" grpId="24" animBg="1" advAuto="0"/>
      <p:bldP spid="1722" grpId="32" animBg="1" advAuto="0"/>
      <p:bldP spid="1723" grpId="25" animBg="1" advAuto="0"/>
      <p:bldP spid="1723" grpId="31" animBg="1" advAuto="0"/>
      <p:bldP spid="1724" grpId="10" animBg="1" advAuto="0"/>
      <p:bldP spid="1724" grpId="43" animBg="1" advAuto="0"/>
      <p:bldP spid="1726" grpId="21" animBg="1" advAuto="0"/>
      <p:bldP spid="1726" grpId="44" animBg="1" advAuto="0"/>
      <p:bldP spid="1728" grpId="22" animBg="1" advAuto="0"/>
      <p:bldP spid="1728" grpId="46" animBg="1" advAuto="0"/>
      <p:bldP spid="1729" grpId="15" animBg="1" advAuto="0"/>
      <p:bldP spid="1729" grpId="17" animBg="1" advAuto="0"/>
      <p:bldP spid="1731" grpId="28" animBg="1" advAuto="0"/>
      <p:bldP spid="1731" grpId="30" animBg="1" advAuto="0"/>
      <p:bldP spid="1733" grpId="38" animBg="1" advAuto="0"/>
      <p:bldP spid="1734" grpId="37" animBg="1" advAuto="0"/>
      <p:bldP spid="1734" grpId="39" animBg="1" advAuto="0"/>
      <p:bldP spid="1736" grpId="54" animBg="1" advAuto="0"/>
      <p:bldP spid="1736" grpId="57" animBg="1" advAuto="0"/>
      <p:bldP spid="1737" grpId="55" animBg="1" advAuto="0"/>
      <p:bldP spid="1737" grpId="58" animBg="1" advAuto="0"/>
      <p:bldP spid="1738" grpId="56" animBg="1" advAuto="0"/>
      <p:bldP spid="1738" grpId="59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pic>
        <p:nvPicPr>
          <p:cNvPr id="1743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278352" y="2344285"/>
            <a:ext cx="1349835" cy="76201"/>
          </a:xfrm>
          <a:prstGeom prst="rect">
            <a:avLst/>
          </a:prstGeom>
        </p:spPr>
      </p:pic>
      <p:sp>
        <p:nvSpPr>
          <p:cNvPr id="1745" name="def adicionar_no(self, valor):…"/>
          <p:cNvSpPr txBox="1"/>
          <p:nvPr/>
        </p:nvSpPr>
        <p:spPr>
          <a:xfrm>
            <a:off x="10706476" y="1463674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746" name="def _adicionar_no_folha(self, no_atual, valor):…"/>
          <p:cNvSpPr txBox="1"/>
          <p:nvPr/>
        </p:nvSpPr>
        <p:spPr>
          <a:xfrm>
            <a:off x="10763815" y="4482402"/>
            <a:ext cx="13192349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grpSp>
        <p:nvGrpSpPr>
          <p:cNvPr id="1764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747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748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749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750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751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752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75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755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757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758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759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76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762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767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765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766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785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768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769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770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771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772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773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774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776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778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779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780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78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783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786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791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787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788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78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792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grpSp>
        <p:nvGrpSpPr>
          <p:cNvPr id="1810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1793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794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1795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796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797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798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799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801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803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1804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805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806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808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811" name="Fa55"/>
          <p:cNvSpPr txBox="1"/>
          <p:nvPr/>
        </p:nvSpPr>
        <p:spPr>
          <a:xfrm>
            <a:off x="1145039" y="4872464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Fa55 </a:t>
            </a:r>
          </a:p>
        </p:txBody>
      </p:sp>
      <p:grpSp>
        <p:nvGrpSpPr>
          <p:cNvPr id="1816" name="Group"/>
          <p:cNvGrpSpPr/>
          <p:nvPr/>
        </p:nvGrpSpPr>
        <p:grpSpPr>
          <a:xfrm>
            <a:off x="382848" y="11620826"/>
            <a:ext cx="1297791" cy="1893273"/>
            <a:chOff x="0" y="-53881"/>
            <a:chExt cx="1297790" cy="1893272"/>
          </a:xfrm>
        </p:grpSpPr>
        <p:sp>
          <p:nvSpPr>
            <p:cNvPr id="1812" name="2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813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814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817" name="############################# altura…"/>
          <p:cNvSpPr txBox="1"/>
          <p:nvPr/>
        </p:nvSpPr>
        <p:spPr>
          <a:xfrm>
            <a:off x="10758073" y="7988026"/>
            <a:ext cx="13192349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sp>
        <p:nvSpPr>
          <p:cNvPr id="1818" name="A310"/>
          <p:cNvSpPr txBox="1"/>
          <p:nvPr/>
        </p:nvSpPr>
        <p:spPr>
          <a:xfrm>
            <a:off x="15402329" y="8669086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1819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000331" y="9289967"/>
            <a:ext cx="5153198" cy="76201"/>
          </a:xfrm>
          <a:prstGeom prst="rect">
            <a:avLst/>
          </a:prstGeom>
        </p:spPr>
      </p:pic>
      <p:sp>
        <p:nvSpPr>
          <p:cNvPr id="1821" name="E070"/>
          <p:cNvSpPr txBox="1"/>
          <p:nvPr/>
        </p:nvSpPr>
        <p:spPr>
          <a:xfrm>
            <a:off x="16796029" y="8669086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822" name="def _altura(self, no):…"/>
          <p:cNvSpPr txBox="1"/>
          <p:nvPr/>
        </p:nvSpPr>
        <p:spPr>
          <a:xfrm>
            <a:off x="12831719" y="11337111"/>
            <a:ext cx="3802981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823" name="2"/>
          <p:cNvSpPr txBox="1"/>
          <p:nvPr/>
        </p:nvSpPr>
        <p:spPr>
          <a:xfrm>
            <a:off x="15609025" y="12988413"/>
            <a:ext cx="269647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1824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6603522" y="11402286"/>
            <a:ext cx="791528" cy="352235"/>
          </a:xfrm>
          <a:prstGeom prst="rect">
            <a:avLst/>
          </a:prstGeom>
        </p:spPr>
      </p:pic>
      <p:sp>
        <p:nvSpPr>
          <p:cNvPr id="1826" name="E070"/>
          <p:cNvSpPr txBox="1"/>
          <p:nvPr/>
        </p:nvSpPr>
        <p:spPr>
          <a:xfrm>
            <a:off x="15740774" y="11027818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827" name="E070"/>
          <p:cNvSpPr txBox="1"/>
          <p:nvPr/>
        </p:nvSpPr>
        <p:spPr>
          <a:xfrm>
            <a:off x="14622184" y="12973238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828" name="False"/>
          <p:cNvSpPr txBox="1"/>
          <p:nvPr/>
        </p:nvSpPr>
        <p:spPr>
          <a:xfrm>
            <a:off x="12704524" y="11783554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829" name="2"/>
          <p:cNvSpPr txBox="1"/>
          <p:nvPr/>
        </p:nvSpPr>
        <p:spPr>
          <a:xfrm>
            <a:off x="15208232" y="9394533"/>
            <a:ext cx="347321" cy="59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1830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5642686">
            <a:off x="14234098" y="11257956"/>
            <a:ext cx="2796511" cy="352235"/>
          </a:xfrm>
          <a:prstGeom prst="rect">
            <a:avLst/>
          </a:prstGeom>
        </p:spPr>
      </p:pic>
      <p:sp>
        <p:nvSpPr>
          <p:cNvPr id="1832" name="A310"/>
          <p:cNvSpPr txBox="1"/>
          <p:nvPr/>
        </p:nvSpPr>
        <p:spPr>
          <a:xfrm>
            <a:off x="20891698" y="8664158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pic>
        <p:nvPicPr>
          <p:cNvPr id="1833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8489700" y="9285040"/>
            <a:ext cx="5153198" cy="76201"/>
          </a:xfrm>
          <a:prstGeom prst="rect">
            <a:avLst/>
          </a:prstGeom>
        </p:spPr>
      </p:pic>
      <p:sp>
        <p:nvSpPr>
          <p:cNvPr id="1835" name="None"/>
          <p:cNvSpPr txBox="1"/>
          <p:nvPr/>
        </p:nvSpPr>
        <p:spPr>
          <a:xfrm>
            <a:off x="22285397" y="8664158"/>
            <a:ext cx="81811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836" name="0"/>
          <p:cNvSpPr txBox="1"/>
          <p:nvPr/>
        </p:nvSpPr>
        <p:spPr>
          <a:xfrm>
            <a:off x="20676489" y="9394533"/>
            <a:ext cx="347321" cy="59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1837" name="def _altura(self, no):…"/>
          <p:cNvSpPr txBox="1"/>
          <p:nvPr/>
        </p:nvSpPr>
        <p:spPr>
          <a:xfrm>
            <a:off x="19165555" y="10868062"/>
            <a:ext cx="3802982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pic>
        <p:nvPicPr>
          <p:cNvPr id="1838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2937359" y="10933236"/>
            <a:ext cx="791528" cy="352235"/>
          </a:xfrm>
          <a:prstGeom prst="rect">
            <a:avLst/>
          </a:prstGeom>
        </p:spPr>
      </p:pic>
      <p:sp>
        <p:nvSpPr>
          <p:cNvPr id="1840" name="None"/>
          <p:cNvSpPr txBox="1"/>
          <p:nvPr/>
        </p:nvSpPr>
        <p:spPr>
          <a:xfrm>
            <a:off x="22074610" y="10558769"/>
            <a:ext cx="81811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841" name="True"/>
          <p:cNvSpPr txBox="1"/>
          <p:nvPr/>
        </p:nvSpPr>
        <p:spPr>
          <a:xfrm>
            <a:off x="19139960" y="11314505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pic>
        <p:nvPicPr>
          <p:cNvPr id="1842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4747564">
            <a:off x="20462762" y="10744805"/>
            <a:ext cx="1844101" cy="352234"/>
          </a:xfrm>
          <a:prstGeom prst="rect">
            <a:avLst/>
          </a:prstGeom>
        </p:spPr>
      </p:pic>
      <p:sp>
        <p:nvSpPr>
          <p:cNvPr id="1844" name="A310"/>
          <p:cNvSpPr txBox="1"/>
          <p:nvPr/>
        </p:nvSpPr>
        <p:spPr>
          <a:xfrm>
            <a:off x="11806135" y="8158311"/>
            <a:ext cx="77173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845" name="3"/>
          <p:cNvSpPr txBox="1"/>
          <p:nvPr/>
        </p:nvSpPr>
        <p:spPr>
          <a:xfrm>
            <a:off x="13245176" y="8000726"/>
            <a:ext cx="347320" cy="597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3</a:t>
            </a:r>
          </a:p>
        </p:txBody>
      </p:sp>
      <p:pic>
        <p:nvPicPr>
          <p:cNvPr id="1846" name="Line Line" descr="Line 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13112464">
            <a:off x="4461980" y="5879290"/>
            <a:ext cx="7764049" cy="352235"/>
          </a:xfrm>
          <a:prstGeom prst="rect">
            <a:avLst/>
          </a:prstGeom>
        </p:spPr>
      </p:pic>
      <p:sp>
        <p:nvSpPr>
          <p:cNvPr id="1848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849" name="2"/>
          <p:cNvSpPr txBox="1"/>
          <p:nvPr/>
        </p:nvSpPr>
        <p:spPr>
          <a:xfrm>
            <a:off x="4392445" y="4872464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850" name="3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1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1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0" fill="hold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0" fill="hold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100"/>
                            </p:stCondLst>
                            <p:childTnLst>
                              <p:par>
                                <p:cTn id="46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100"/>
                            </p:stCondLst>
                            <p:childTnLst>
                              <p:par>
                                <p:cTn id="51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0" fill="hold"/>
                                        <p:tgtEl>
                                          <p:spTgt spid="1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0" fill="hold"/>
                                        <p:tgtEl>
                                          <p:spTgt spid="1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6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"/>
                            </p:stCondLst>
                            <p:childTnLst>
                              <p:par>
                                <p:cTn id="61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8" dur="900" fill="hold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"/>
                            </p:stCondLst>
                            <p:childTnLst>
                              <p:par>
                                <p:cTn id="71" presetID="9" presetClass="exit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2" dur="500" fill="hold"/>
                                        <p:tgtEl>
                                          <p:spTgt spid="1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"/>
                            </p:stCondLst>
                            <p:childTnLst>
                              <p:par>
                                <p:cTn id="75" presetID="9" presetClass="exit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76" dur="800" fill="hold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00"/>
                            </p:stCondLst>
                            <p:childTnLst>
                              <p:par>
                                <p:cTn id="79" presetID="9" presetClass="exit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0" dur="900" fill="hold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100"/>
                            </p:stCondLst>
                            <p:childTnLst>
                              <p:par>
                                <p:cTn id="83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4" dur="500" fill="hold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600"/>
                            </p:stCondLst>
                            <p:childTnLst>
                              <p:par>
                                <p:cTn id="87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8" dur="900" fill="hold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2" dur="900" fill="hold"/>
                                        <p:tgtEl>
                                          <p:spTgt spid="18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3" presetClass="entr" presetSubtype="16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grpId="2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600"/>
                                        <p:tgtEl>
                                          <p:spTgt spid="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00"/>
                            </p:stCondLst>
                            <p:childTnLst>
                              <p:par>
                                <p:cTn id="121" presetID="23" presetClass="entr" presetSubtype="16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600"/>
                            </p:stCondLst>
                            <p:childTnLst>
                              <p:par>
                                <p:cTn id="126" presetID="23" presetClass="entr" presetSubtype="16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600"/>
                            </p:stCondLst>
                            <p:childTnLst>
                              <p:par>
                                <p:cTn id="131" presetID="23" presetClass="entr" presetSubtype="16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1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1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200"/>
                            </p:stCondLst>
                            <p:childTnLst>
                              <p:par>
                                <p:cTn id="136" presetID="23" presetClass="entr" presetSubtype="16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2500" fill="hold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500" fill="hold"/>
                                        <p:tgtEl>
                                          <p:spTgt spid="1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xit" fill="hold" grpId="2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3" dur="800" fill="hold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800"/>
                            </p:stCondLst>
                            <p:childTnLst>
                              <p:par>
                                <p:cTn id="146" presetID="9" presetClass="exit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7" dur="900" fill="hold"/>
                                        <p:tgtEl>
                                          <p:spTgt spid="1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"/>
                            </p:stCondLst>
                            <p:childTnLst>
                              <p:par>
                                <p:cTn id="150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1" dur="500" fill="hold"/>
                                        <p:tgtEl>
                                          <p:spTgt spid="1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200"/>
                            </p:stCondLst>
                            <p:childTnLst>
                              <p:par>
                                <p:cTn id="154" presetID="9" presetClass="exit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5" dur="800" fill="hold"/>
                                        <p:tgtEl>
                                          <p:spTgt spid="18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000"/>
                            </p:stCondLst>
                            <p:childTnLst>
                              <p:par>
                                <p:cTn id="158" presetID="9" presetClass="exit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9" dur="800" fill="hold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3" presetClass="entr" presetSubtype="16" fill="hold" grpId="3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3" presetClass="entr" presetSubtype="16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3" presetClass="entr" presetSubtype="16" fill="hold" grpId="3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fill="hold"/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600" fill="hold"/>
                                        <p:tgtEl>
                                          <p:spTgt spid="1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00" fill="hold"/>
                                        <p:tgtEl>
                                          <p:spTgt spid="1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600"/>
                            </p:stCondLst>
                            <p:childTnLst>
                              <p:par>
                                <p:cTn id="179" presetID="23" presetClass="entr" presetSubtype="16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600"/>
                            </p:stCondLst>
                            <p:childTnLst>
                              <p:par>
                                <p:cTn id="184" presetID="23" presetClass="entr" presetSubtype="16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5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xit" fill="hold" grpId="3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1" dur="500" fill="hold"/>
                                        <p:tgtEl>
                                          <p:spTgt spid="1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9" presetClass="exit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5" dur="500" fill="hold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9" presetClass="exit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9" dur="500" fill="hold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500"/>
                            </p:stCondLst>
                            <p:childTnLst>
                              <p:par>
                                <p:cTn id="202" presetID="9" presetClass="exit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3" dur="500" fill="hold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xit" fill="hold" grpId="4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8" dur="500" fill="hold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9" presetClass="exit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2" dur="800" fill="hold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xit" fill="hold" grpId="4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7" dur="800" fill="hold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7" grpId="1" animBg="1" advAuto="0"/>
      <p:bldP spid="1818" grpId="3" animBg="1" advAuto="0"/>
      <p:bldP spid="1818" grpId="39" animBg="1" advAuto="0"/>
      <p:bldP spid="1819" grpId="2" animBg="1" advAuto="0"/>
      <p:bldP spid="1821" grpId="4" animBg="1" advAuto="0"/>
      <p:bldP spid="1821" grpId="40" animBg="1" advAuto="0"/>
      <p:bldP spid="1822" grpId="5" animBg="1" advAuto="0"/>
      <p:bldP spid="1822" grpId="19" animBg="1" advAuto="0"/>
      <p:bldP spid="1823" grpId="10" animBg="1" advAuto="0"/>
      <p:bldP spid="1823" grpId="18" animBg="1" advAuto="0"/>
      <p:bldP spid="1824" grpId="6" animBg="1" advAuto="0"/>
      <p:bldP spid="1824" grpId="15" animBg="1" advAuto="0"/>
      <p:bldP spid="1826" grpId="7" animBg="1" advAuto="0"/>
      <p:bldP spid="1826" grpId="14" animBg="1" advAuto="0"/>
      <p:bldP spid="1827" grpId="9" animBg="1" advAuto="0"/>
      <p:bldP spid="1827" grpId="17" animBg="1" advAuto="0"/>
      <p:bldP spid="1828" grpId="8" animBg="1" advAuto="0"/>
      <p:bldP spid="1828" grpId="16" animBg="1" advAuto="0"/>
      <p:bldP spid="1829" grpId="12" animBg="1" advAuto="0"/>
      <p:bldP spid="1830" grpId="11" animBg="1" advAuto="0"/>
      <p:bldP spid="1830" grpId="13" animBg="1" advAuto="0"/>
      <p:bldP spid="1832" grpId="21" animBg="1" advAuto="0"/>
      <p:bldP spid="1832" grpId="41" animBg="1" advAuto="0"/>
      <p:bldP spid="1833" grpId="20" animBg="1" advAuto="0"/>
      <p:bldP spid="1835" grpId="22" animBg="1" advAuto="0"/>
      <p:bldP spid="1835" grpId="42" animBg="1" advAuto="0"/>
      <p:bldP spid="1836" grpId="28" animBg="1" advAuto="0"/>
      <p:bldP spid="1837" grpId="23" animBg="1" advAuto="0"/>
      <p:bldP spid="1837" grpId="33" animBg="1" advAuto="0"/>
      <p:bldP spid="1838" grpId="24" animBg="1" advAuto="0"/>
      <p:bldP spid="1838" grpId="32" animBg="1" advAuto="0"/>
      <p:bldP spid="1840" grpId="25" animBg="1" advAuto="0"/>
      <p:bldP spid="1840" grpId="31" animBg="1" advAuto="0"/>
      <p:bldP spid="1841" grpId="26" animBg="1" advAuto="0"/>
      <p:bldP spid="1841" grpId="30" animBg="1" advAuto="0"/>
      <p:bldP spid="1842" grpId="27" animBg="1" advAuto="0"/>
      <p:bldP spid="1842" grpId="29" animBg="1" advAuto="0"/>
      <p:bldP spid="1844" grpId="35" animBg="1" advAuto="0"/>
      <p:bldP spid="1844" grpId="43" animBg="1" advAuto="0"/>
      <p:bldP spid="1845" grpId="34" animBg="1" advAuto="0"/>
      <p:bldP spid="1845" grpId="44" animBg="1" advAuto="0"/>
      <p:bldP spid="1846" grpId="36" animBg="1" advAuto="0"/>
      <p:bldP spid="1846" grpId="45" animBg="1" advAuto="0"/>
      <p:bldP spid="1848" grpId="38" animBg="1" advAuto="0"/>
      <p:bldP spid="1850" grpId="37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############################# Fator Balanceamento…"/>
          <p:cNvSpPr txBox="1"/>
          <p:nvPr/>
        </p:nvSpPr>
        <p:spPr>
          <a:xfrm>
            <a:off x="10711289" y="5897912"/>
            <a:ext cx="12354013" cy="77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</a:t>
            </a:r>
            <a:r>
              <a:t>############################# Fator Balanceamento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0000"/>
                </a:solidFill>
              </a:rPr>
              <a:t>balanceamento </a:t>
            </a:r>
            <a:r>
              <a:t>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._balanceamento(no_atual)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  <a:r>
              <a:rPr>
                <a:solidFill>
                  <a:srgbClr val="080808"/>
                </a:solidFill>
              </a:rPr>
              <a:t>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&lt;</a:t>
            </a:r>
            <a:r>
              <a:rPr>
                <a:solidFill>
                  <a:srgbClr val="080808"/>
                </a:solidFill>
              </a:rPr>
              <a:t> -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 </a:t>
            </a:r>
            <a:r>
              <a:rPr i="1">
                <a:solidFill>
                  <a:srgbClr val="8C8C8C"/>
                </a:solidFill>
              </a:rPr>
              <a:t># rotação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&lt; no_atual.esquerda.valor: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._rotacao_esquerda(no_atual.esquerda)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&gt;</a:t>
            </a:r>
            <a:r>
              <a:rPr>
                <a:solidFill>
                  <a:srgbClr val="080808"/>
                </a:solidFill>
              </a:rPr>
              <a:t> 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&gt; no_atual.direita.valor: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._rotacao_direita(no_atual.direita)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no_atual</a:t>
            </a:r>
          </a:p>
        </p:txBody>
      </p:sp>
      <p:sp>
        <p:nvSpPr>
          <p:cNvPr id="1853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grpSp>
        <p:nvGrpSpPr>
          <p:cNvPr id="1871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85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855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85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85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85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85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860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862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864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86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86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867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869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874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872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873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892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875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876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877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rPr dirty="0" err="1"/>
                <a:t>esquerda</a:t>
              </a:r>
              <a:endParaRPr dirty="0"/>
            </a:p>
          </p:txBody>
        </p:sp>
        <p:sp>
          <p:nvSpPr>
            <p:cNvPr id="1878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879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880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881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883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885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1886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887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888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890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893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1898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1894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1895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896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899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grpSp>
        <p:nvGrpSpPr>
          <p:cNvPr id="1917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1900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901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1902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903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904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905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906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90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910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1911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912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913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915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1918" name="Fa55"/>
          <p:cNvSpPr txBox="1"/>
          <p:nvPr/>
        </p:nvSpPr>
        <p:spPr>
          <a:xfrm>
            <a:off x="1145039" y="4872464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Fa55 </a:t>
            </a:r>
          </a:p>
        </p:txBody>
      </p:sp>
      <p:grpSp>
        <p:nvGrpSpPr>
          <p:cNvPr id="1923" name="Group"/>
          <p:cNvGrpSpPr/>
          <p:nvPr/>
        </p:nvGrpSpPr>
        <p:grpSpPr>
          <a:xfrm>
            <a:off x="382848" y="11620826"/>
            <a:ext cx="1297791" cy="1893273"/>
            <a:chOff x="0" y="-53881"/>
            <a:chExt cx="1297790" cy="1893272"/>
          </a:xfrm>
        </p:grpSpPr>
        <p:sp>
          <p:nvSpPr>
            <p:cNvPr id="1919" name="2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1920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21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1924" name="3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1925" name="def adicionar_no(self, valor):…"/>
          <p:cNvSpPr txBox="1"/>
          <p:nvPr/>
        </p:nvSpPr>
        <p:spPr>
          <a:xfrm>
            <a:off x="10630276" y="739775"/>
            <a:ext cx="5784504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1926" name="def _adicionar_no_folha(self, no_atual, valor):…"/>
          <p:cNvSpPr txBox="1"/>
          <p:nvPr/>
        </p:nvSpPr>
        <p:spPr>
          <a:xfrm>
            <a:off x="10636815" y="2602802"/>
            <a:ext cx="7247781" cy="210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sp>
        <p:nvSpPr>
          <p:cNvPr id="1927" name="############################# altura…"/>
          <p:cNvSpPr txBox="1"/>
          <p:nvPr/>
        </p:nvSpPr>
        <p:spPr>
          <a:xfrm>
            <a:off x="10736961" y="4660626"/>
            <a:ext cx="724778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pic>
        <p:nvPicPr>
          <p:cNvPr id="1928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148744" y="6431629"/>
            <a:ext cx="791527" cy="352234"/>
          </a:xfrm>
          <a:prstGeom prst="rect">
            <a:avLst/>
          </a:prstGeom>
        </p:spPr>
      </p:pic>
      <p:pic>
        <p:nvPicPr>
          <p:cNvPr id="1930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4757001" y="6769100"/>
            <a:ext cx="4262589" cy="76200"/>
          </a:xfrm>
          <a:prstGeom prst="rect">
            <a:avLst/>
          </a:prstGeom>
        </p:spPr>
      </p:pic>
      <p:sp>
        <p:nvSpPr>
          <p:cNvPr id="1932" name="A310"/>
          <p:cNvSpPr txBox="1"/>
          <p:nvPr/>
        </p:nvSpPr>
        <p:spPr>
          <a:xfrm>
            <a:off x="17780744" y="6152701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933" name="Rectangle"/>
          <p:cNvSpPr/>
          <p:nvPr/>
        </p:nvSpPr>
        <p:spPr>
          <a:xfrm>
            <a:off x="10606974" y="262102"/>
            <a:ext cx="12903860" cy="5319540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34" name="def _balanceamento(self, no):…"/>
          <p:cNvSpPr txBox="1"/>
          <p:nvPr/>
        </p:nvSpPr>
        <p:spPr>
          <a:xfrm>
            <a:off x="11085234" y="712072"/>
            <a:ext cx="10677340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_balanceamento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chemeClr val="accent1">
                    <a:hueOff val="114395"/>
                    <a:lumOff val="-24975"/>
                  </a:schemeClr>
                </a:solidFill>
              </a:rPr>
              <a:t>return</a:t>
            </a:r>
            <a:r>
              <a:t>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._altura(no.direita) -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._altura(no.esquerda)</a:t>
            </a:r>
          </a:p>
        </p:txBody>
      </p:sp>
      <p:sp>
        <p:nvSpPr>
          <p:cNvPr id="1935" name="0"/>
          <p:cNvSpPr txBox="1"/>
          <p:nvPr/>
        </p:nvSpPr>
        <p:spPr>
          <a:xfrm>
            <a:off x="14082466" y="2003466"/>
            <a:ext cx="424993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1936" name="2"/>
          <p:cNvSpPr txBox="1"/>
          <p:nvPr/>
        </p:nvSpPr>
        <p:spPr>
          <a:xfrm>
            <a:off x="19769956" y="2003466"/>
            <a:ext cx="424993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937" name="-2"/>
          <p:cNvSpPr txBox="1"/>
          <p:nvPr/>
        </p:nvSpPr>
        <p:spPr>
          <a:xfrm>
            <a:off x="12034962" y="1901866"/>
            <a:ext cx="65242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-2</a:t>
            </a:r>
          </a:p>
        </p:txBody>
      </p:sp>
      <p:sp>
        <p:nvSpPr>
          <p:cNvPr id="1938" name="A310"/>
          <p:cNvSpPr txBox="1"/>
          <p:nvPr/>
        </p:nvSpPr>
        <p:spPr>
          <a:xfrm>
            <a:off x="15224910" y="343028"/>
            <a:ext cx="77173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939" name="False"/>
          <p:cNvSpPr txBox="1"/>
          <p:nvPr/>
        </p:nvSpPr>
        <p:spPr>
          <a:xfrm>
            <a:off x="10921081" y="1052674"/>
            <a:ext cx="82285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1940" name="None"/>
          <p:cNvSpPr txBox="1"/>
          <p:nvPr/>
        </p:nvSpPr>
        <p:spPr>
          <a:xfrm>
            <a:off x="16043208" y="1443288"/>
            <a:ext cx="81810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941" name="def _altura(self, no):…"/>
          <p:cNvSpPr txBox="1"/>
          <p:nvPr/>
        </p:nvSpPr>
        <p:spPr>
          <a:xfrm>
            <a:off x="12937745" y="3126990"/>
            <a:ext cx="3802982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942" name="2"/>
          <p:cNvSpPr txBox="1"/>
          <p:nvPr/>
        </p:nvSpPr>
        <p:spPr>
          <a:xfrm>
            <a:off x="21049051" y="4803692"/>
            <a:ext cx="269648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943" name="None"/>
          <p:cNvSpPr txBox="1"/>
          <p:nvPr/>
        </p:nvSpPr>
        <p:spPr>
          <a:xfrm>
            <a:off x="15846800" y="2817697"/>
            <a:ext cx="81810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1944" name="E070"/>
          <p:cNvSpPr txBox="1"/>
          <p:nvPr/>
        </p:nvSpPr>
        <p:spPr>
          <a:xfrm>
            <a:off x="20062211" y="4788517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945" name="True"/>
          <p:cNvSpPr txBox="1"/>
          <p:nvPr/>
        </p:nvSpPr>
        <p:spPr>
          <a:xfrm>
            <a:off x="12810551" y="3573434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946" name="def _altura(self, no):…"/>
          <p:cNvSpPr txBox="1"/>
          <p:nvPr/>
        </p:nvSpPr>
        <p:spPr>
          <a:xfrm>
            <a:off x="18321556" y="3131868"/>
            <a:ext cx="3802981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_altura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no):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if not </a:t>
            </a:r>
            <a:r>
              <a:rPr>
                <a:solidFill>
                  <a:srgbClr val="080808"/>
                </a:solidFill>
              </a:rPr>
              <a:t>no: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1750EB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1750EB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no.altura</a:t>
            </a:r>
          </a:p>
        </p:txBody>
      </p:sp>
      <p:sp>
        <p:nvSpPr>
          <p:cNvPr id="1947" name="E070"/>
          <p:cNvSpPr txBox="1"/>
          <p:nvPr/>
        </p:nvSpPr>
        <p:spPr>
          <a:xfrm>
            <a:off x="21230611" y="2822574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948" name="False"/>
          <p:cNvSpPr txBox="1"/>
          <p:nvPr/>
        </p:nvSpPr>
        <p:spPr>
          <a:xfrm>
            <a:off x="18194362" y="3578311"/>
            <a:ext cx="82285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False</a:t>
            </a:r>
          </a:p>
        </p:txBody>
      </p:sp>
      <p:pic>
        <p:nvPicPr>
          <p:cNvPr id="1949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3173955" y="2083672"/>
            <a:ext cx="4262589" cy="76201"/>
          </a:xfrm>
          <a:prstGeom prst="rect">
            <a:avLst/>
          </a:prstGeom>
        </p:spPr>
      </p:pic>
      <p:pic>
        <p:nvPicPr>
          <p:cNvPr id="1951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7671074" y="2083672"/>
            <a:ext cx="4262589" cy="76201"/>
          </a:xfrm>
          <a:prstGeom prst="rect">
            <a:avLst/>
          </a:prstGeom>
        </p:spPr>
      </p:pic>
      <p:sp>
        <p:nvSpPr>
          <p:cNvPr id="1953" name="E070"/>
          <p:cNvSpPr txBox="1"/>
          <p:nvPr/>
        </p:nvSpPr>
        <p:spPr>
          <a:xfrm>
            <a:off x="20498103" y="1448966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1954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4141966">
            <a:off x="14015996" y="3124427"/>
            <a:ext cx="1947609" cy="352234"/>
          </a:xfrm>
          <a:prstGeom prst="rect">
            <a:avLst/>
          </a:prstGeom>
        </p:spPr>
      </p:pic>
      <p:pic>
        <p:nvPicPr>
          <p:cNvPr id="1956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15584724">
            <a:off x="19254593" y="3459200"/>
            <a:ext cx="2281353" cy="352235"/>
          </a:xfrm>
          <a:prstGeom prst="rect">
            <a:avLst/>
          </a:prstGeom>
        </p:spPr>
      </p:pic>
      <p:sp>
        <p:nvSpPr>
          <p:cNvPr id="1958" name="-2"/>
          <p:cNvSpPr txBox="1"/>
          <p:nvPr/>
        </p:nvSpPr>
        <p:spPr>
          <a:xfrm>
            <a:off x="12034962" y="5824735"/>
            <a:ext cx="652425" cy="771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4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-2</a:t>
            </a:r>
          </a:p>
        </p:txBody>
      </p:sp>
      <p:pic>
        <p:nvPicPr>
          <p:cNvPr id="1959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717473" y="4028697"/>
            <a:ext cx="3115182" cy="352235"/>
          </a:xfrm>
          <a:prstGeom prst="rect">
            <a:avLst/>
          </a:prstGeom>
        </p:spPr>
      </p:pic>
      <p:sp>
        <p:nvSpPr>
          <p:cNvPr id="1961" name="True"/>
          <p:cNvSpPr txBox="1"/>
          <p:nvPr/>
        </p:nvSpPr>
        <p:spPr>
          <a:xfrm>
            <a:off x="10404148" y="6753623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962" name="2"/>
          <p:cNvSpPr txBox="1"/>
          <p:nvPr/>
        </p:nvSpPr>
        <p:spPr>
          <a:xfrm>
            <a:off x="4392445" y="4872464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1963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3849199" y="8139279"/>
            <a:ext cx="5487068" cy="76201"/>
          </a:xfrm>
          <a:prstGeom prst="rect">
            <a:avLst/>
          </a:prstGeom>
        </p:spPr>
      </p:pic>
      <p:sp>
        <p:nvSpPr>
          <p:cNvPr id="1965" name="20"/>
          <p:cNvSpPr txBox="1"/>
          <p:nvPr/>
        </p:nvSpPr>
        <p:spPr>
          <a:xfrm>
            <a:off x="12697406" y="7013987"/>
            <a:ext cx="424994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20</a:t>
            </a:r>
          </a:p>
        </p:txBody>
      </p:sp>
      <p:sp>
        <p:nvSpPr>
          <p:cNvPr id="1966" name="A310"/>
          <p:cNvSpPr txBox="1"/>
          <p:nvPr/>
        </p:nvSpPr>
        <p:spPr>
          <a:xfrm>
            <a:off x="14297645" y="7040547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1967" name="E070"/>
          <p:cNvSpPr txBox="1"/>
          <p:nvPr/>
        </p:nvSpPr>
        <p:spPr>
          <a:xfrm>
            <a:off x="15691346" y="7050184"/>
            <a:ext cx="761391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1968" name="50"/>
          <p:cNvSpPr txBox="1"/>
          <p:nvPr/>
        </p:nvSpPr>
        <p:spPr>
          <a:xfrm>
            <a:off x="17074709" y="6992192"/>
            <a:ext cx="424994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50</a:t>
            </a:r>
          </a:p>
        </p:txBody>
      </p:sp>
      <p:sp>
        <p:nvSpPr>
          <p:cNvPr id="1969" name="True"/>
          <p:cNvSpPr txBox="1"/>
          <p:nvPr/>
        </p:nvSpPr>
        <p:spPr>
          <a:xfrm>
            <a:off x="11333392" y="7239522"/>
            <a:ext cx="694056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1970" name="A310"/>
          <p:cNvSpPr txBox="1"/>
          <p:nvPr/>
        </p:nvSpPr>
        <p:spPr>
          <a:xfrm>
            <a:off x="17653744" y="7501210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0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0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"/>
                            </p:stCondLst>
                            <p:childTnLst>
                              <p:par>
                                <p:cTn id="76" presetID="23" presetClass="entr" presetSubtype="16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xit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3" dur="900" fill="hold"/>
                                        <p:tgtEl>
                                          <p:spTgt spid="1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00"/>
                            </p:stCondLst>
                            <p:childTnLst>
                              <p:par>
                                <p:cTn id="86" presetID="9" presetClass="exit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7" dur="500" fill="hold"/>
                                        <p:tgtEl>
                                          <p:spTgt spid="19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00"/>
                            </p:stCondLst>
                            <p:childTnLst>
                              <p:par>
                                <p:cTn id="90" presetID="9" presetClass="exit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1" dur="900" fill="hold"/>
                                        <p:tgtEl>
                                          <p:spTgt spid="1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300"/>
                            </p:stCondLst>
                            <p:childTnLst>
                              <p:par>
                                <p:cTn id="94" presetID="9" presetClass="exit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5" dur="900" fill="hold"/>
                                        <p:tgtEl>
                                          <p:spTgt spid="1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3" presetClass="entr" presetSubtype="16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16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2500" fill="hold"/>
                                        <p:tgtEl>
                                          <p:spTgt spid="1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500" fill="hold"/>
                                        <p:tgtEl>
                                          <p:spTgt spid="1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14" presetID="23" presetClass="entr" presetSubtype="16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23" presetClass="entr" presetSubtype="16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" presetID="23" presetClass="entr" presetSubtype="16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500"/>
                            </p:stCondLst>
                            <p:childTnLst>
                              <p:par>
                                <p:cTn id="129" presetID="23" presetClass="entr" presetSubtype="16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16" fill="hold" grpId="2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600" fill="hold"/>
                                        <p:tgtEl>
                                          <p:spTgt spid="1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1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00"/>
                            </p:stCondLst>
                            <p:childTnLst>
                              <p:par>
                                <p:cTn id="140" presetID="23" presetClass="entr" presetSubtype="16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xit" fill="hold" grpId="2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47" dur="800" fill="hold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"/>
                            </p:stCondLst>
                            <p:childTnLst>
                              <p:par>
                                <p:cTn id="150" presetID="9" presetClass="exit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1" dur="900" fill="hold"/>
                                        <p:tgtEl>
                                          <p:spTgt spid="19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00"/>
                            </p:stCondLst>
                            <p:childTnLst>
                              <p:par>
                                <p:cTn id="154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5" dur="500" fill="hold"/>
                                        <p:tgtEl>
                                          <p:spTgt spid="19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200"/>
                            </p:stCondLst>
                            <p:childTnLst>
                              <p:par>
                                <p:cTn id="158" presetID="9" presetClass="exit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9" dur="500" fill="hold"/>
                                        <p:tgtEl>
                                          <p:spTgt spid="19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700"/>
                            </p:stCondLst>
                            <p:childTnLst>
                              <p:par>
                                <p:cTn id="162" presetID="9" presetClass="exit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3" dur="900" fill="hold"/>
                                        <p:tgtEl>
                                          <p:spTgt spid="19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600"/>
                            </p:stCondLst>
                            <p:childTnLst>
                              <p:par>
                                <p:cTn id="166" presetID="9" presetClass="exit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7" dur="900" fill="hold"/>
                                        <p:tgtEl>
                                          <p:spTgt spid="1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3" presetClass="entr" presetSubtype="16" fill="hold" grpId="3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grpId="3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1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00" fill="hold"/>
                                        <p:tgtEl>
                                          <p:spTgt spid="1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600"/>
                            </p:stCondLst>
                            <p:childTnLst>
                              <p:par>
                                <p:cTn id="182" presetID="23" presetClass="entr" presetSubtype="16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xit" fill="hold" grpId="3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89" dur="900" fill="hold"/>
                                        <p:tgtEl>
                                          <p:spTgt spid="19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900"/>
                            </p:stCondLst>
                            <p:childTnLst>
                              <p:par>
                                <p:cTn id="192" presetID="9" presetClass="exit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3" dur="900" fill="hold"/>
                                        <p:tgtEl>
                                          <p:spTgt spid="19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800"/>
                            </p:stCondLst>
                            <p:childTnLst>
                              <p:par>
                                <p:cTn id="196" presetID="9" presetClass="exit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7" dur="800" fill="hold"/>
                                        <p:tgtEl>
                                          <p:spTgt spid="19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600"/>
                            </p:stCondLst>
                            <p:childTnLst>
                              <p:par>
                                <p:cTn id="200" presetID="9" presetClass="exit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1" dur="800" fill="hold"/>
                                        <p:tgtEl>
                                          <p:spTgt spid="1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400"/>
                            </p:stCondLst>
                            <p:childTnLst>
                              <p:par>
                                <p:cTn id="204" presetID="9" presetClass="exit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5" dur="800" fill="hold"/>
                                        <p:tgtEl>
                                          <p:spTgt spid="19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200"/>
                            </p:stCondLst>
                            <p:childTnLst>
                              <p:par>
                                <p:cTn id="208" presetID="9" presetClass="exit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09" dur="800" fill="hold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0"/>
                            </p:stCondLst>
                            <p:childTnLst>
                              <p:par>
                                <p:cTn id="212" presetID="9" presetClass="exit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3" dur="500" fill="hold"/>
                                        <p:tgtEl>
                                          <p:spTgt spid="19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500"/>
                            </p:stCondLst>
                            <p:childTnLst>
                              <p:par>
                                <p:cTn id="216" presetID="9" presetClass="exit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17" dur="500" fill="hold"/>
                                        <p:tgtEl>
                                          <p:spTgt spid="19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20" presetID="9" presetClass="exit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1" dur="500" fill="hold"/>
                                        <p:tgtEl>
                                          <p:spTgt spid="1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24" presetID="9" presetClass="exit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5" dur="800" fill="hold"/>
                                        <p:tgtEl>
                                          <p:spTgt spid="1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7300"/>
                            </p:stCondLst>
                            <p:childTnLst>
                              <p:par>
                                <p:cTn id="228" presetID="9" presetClass="exit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9" dur="800" fill="hold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8100"/>
                            </p:stCondLst>
                            <p:childTnLst>
                              <p:par>
                                <p:cTn id="232" presetID="9" presetClass="exit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3" dur="800" fill="hold"/>
                                        <p:tgtEl>
                                          <p:spTgt spid="19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xit" fill="hold" grpId="5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8" dur="500" fill="hold"/>
                                        <p:tgtEl>
                                          <p:spTgt spid="19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9" presetClass="exit" fill="hold" grpId="5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2" dur="800" fill="hold"/>
                                        <p:tgtEl>
                                          <p:spTgt spid="1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300"/>
                            </p:stCondLst>
                            <p:childTnLst>
                              <p:par>
                                <p:cTn id="245" presetID="9" presetClass="exit" fill="hold" grpId="5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46" dur="800" fill="hold"/>
                                        <p:tgtEl>
                                          <p:spTgt spid="19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3" presetClass="entr" presetSubtype="16" fill="hold" grpId="5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1" fill="hold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3" presetClass="entr" presetSubtype="16" fill="hold" grpId="5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7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000"/>
                            </p:stCondLst>
                            <p:childTnLst>
                              <p:par>
                                <p:cTn id="261" presetID="23" presetClass="entr" presetSubtype="16" fill="hold" grpId="5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2" fill="hold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6" presetID="23" presetClass="entr" presetSubtype="16" fill="hold" grpId="5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7" fill="hold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3000"/>
                            </p:stCondLst>
                            <p:childTnLst>
                              <p:par>
                                <p:cTn id="271" presetID="23" presetClass="entr" presetSubtype="16" fill="hold" grpId="5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2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000"/>
                            </p:stCondLst>
                            <p:childTnLst>
                              <p:par>
                                <p:cTn id="276" presetID="23" presetClass="entr" presetSubtype="16" fill="hold" grpId="5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7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grpId="5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3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1000"/>
                                        <p:tgtEl>
                                          <p:spTgt spid="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1000"/>
                            </p:stCondLst>
                            <p:childTnLst>
                              <p:par>
                                <p:cTn id="286" presetID="23" presetClass="entr" presetSubtype="16" fill="hold" grpId="6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7" fill="hold"/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8" grpId="1" animBg="1" advAuto="0"/>
      <p:bldP spid="1928" grpId="2" animBg="1" advAuto="0"/>
      <p:bldP spid="1928" grpId="51" animBg="1" advAuto="0"/>
      <p:bldP spid="1930" grpId="3" animBg="1" advAuto="0"/>
      <p:bldP spid="1930" grpId="52" animBg="1" advAuto="0"/>
      <p:bldP spid="1932" grpId="4" animBg="1" advAuto="0"/>
      <p:bldP spid="1932" grpId="50" animBg="1" advAuto="0"/>
      <p:bldP spid="1933" grpId="5" animBg="1" advAuto="0"/>
      <p:bldP spid="1933" grpId="49" animBg="1" advAuto="0"/>
      <p:bldP spid="1934" grpId="6" animBg="1" advAuto="0"/>
      <p:bldP spid="1934" grpId="47" animBg="1" advAuto="0"/>
      <p:bldP spid="1935" grpId="15" animBg="1" advAuto="0"/>
      <p:bldP spid="1935" grpId="40" animBg="1" advAuto="0"/>
      <p:bldP spid="1936" grpId="28" animBg="1" advAuto="0"/>
      <p:bldP spid="1936" grpId="41" animBg="1" advAuto="0"/>
      <p:bldP spid="1937" grpId="35" animBg="1" advAuto="0"/>
      <p:bldP spid="1937" grpId="39" animBg="1" advAuto="0"/>
      <p:bldP spid="1938" grpId="7" animBg="1" advAuto="0"/>
      <p:bldP spid="1938" grpId="46" animBg="1" advAuto="0"/>
      <p:bldP spid="1939" grpId="8" animBg="1" advAuto="0"/>
      <p:bldP spid="1939" grpId="48" animBg="1" advAuto="0"/>
      <p:bldP spid="1940" grpId="10" animBg="1" advAuto="0"/>
      <p:bldP spid="1940" grpId="44" animBg="1" advAuto="0"/>
      <p:bldP spid="1941" grpId="11" animBg="1" advAuto="0"/>
      <p:bldP spid="1941" grpId="19" animBg="1" advAuto="0"/>
      <p:bldP spid="1942" grpId="26" animBg="1" advAuto="0"/>
      <p:bldP spid="1942" grpId="33" animBg="1" advAuto="0"/>
      <p:bldP spid="1943" grpId="12" animBg="1" advAuto="0"/>
      <p:bldP spid="1943" grpId="17" animBg="1" advAuto="0"/>
      <p:bldP spid="1944" grpId="25" animBg="1" advAuto="0"/>
      <p:bldP spid="1944" grpId="32" animBg="1" advAuto="0"/>
      <p:bldP spid="1945" grpId="13" animBg="1" advAuto="0"/>
      <p:bldP spid="1945" grpId="18" animBg="1" advAuto="0"/>
      <p:bldP spid="1946" grpId="22" animBg="1" advAuto="0"/>
      <p:bldP spid="1946" grpId="34" animBg="1" advAuto="0"/>
      <p:bldP spid="1947" grpId="23" animBg="1" advAuto="0"/>
      <p:bldP spid="1947" grpId="31" animBg="1" advAuto="0"/>
      <p:bldP spid="1948" grpId="24" animBg="1" advAuto="0"/>
      <p:bldP spid="1948" grpId="30" animBg="1" advAuto="0"/>
      <p:bldP spid="1949" grpId="9" animBg="1" advAuto="0"/>
      <p:bldP spid="1949" grpId="42" animBg="1" advAuto="0"/>
      <p:bldP spid="1951" grpId="20" animBg="1" advAuto="0"/>
      <p:bldP spid="1951" grpId="43" animBg="1" advAuto="0"/>
      <p:bldP spid="1953" grpId="21" animBg="1" advAuto="0"/>
      <p:bldP spid="1953" grpId="45" animBg="1" advAuto="0"/>
      <p:bldP spid="1954" grpId="14" animBg="1" advAuto="0"/>
      <p:bldP spid="1954" grpId="16" animBg="1" advAuto="0"/>
      <p:bldP spid="1956" grpId="27" animBg="1" advAuto="0"/>
      <p:bldP spid="1956" grpId="29" animBg="1" advAuto="0"/>
      <p:bldP spid="1958" grpId="37" animBg="1" advAuto="0"/>
      <p:bldP spid="1959" grpId="36" animBg="1" advAuto="0"/>
      <p:bldP spid="1959" grpId="38" animBg="1" advAuto="0"/>
      <p:bldP spid="1961" grpId="53" animBg="1" advAuto="0"/>
      <p:bldP spid="1963" grpId="59" animBg="1" advAuto="0"/>
      <p:bldP spid="1965" grpId="55" animBg="1" advAuto="0"/>
      <p:bldP spid="1966" grpId="56" animBg="1" advAuto="0"/>
      <p:bldP spid="1967" grpId="57" animBg="1" advAuto="0"/>
      <p:bldP spid="1968" grpId="54" animBg="1" advAuto="0"/>
      <p:bldP spid="1969" grpId="58" animBg="1" advAuto="0"/>
      <p:bldP spid="1970" grpId="6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AVL </a:t>
            </a:r>
            <a:r>
              <a:rPr sz="5000" spc="-100"/>
              <a:t>Entrada: 100, 50, 20</a:t>
            </a:r>
          </a:p>
        </p:txBody>
      </p:sp>
      <p:grpSp>
        <p:nvGrpSpPr>
          <p:cNvPr id="1990" name="Group"/>
          <p:cNvGrpSpPr/>
          <p:nvPr/>
        </p:nvGrpSpPr>
        <p:grpSpPr>
          <a:xfrm>
            <a:off x="988803" y="2474605"/>
            <a:ext cx="4237786" cy="1737920"/>
            <a:chOff x="0" y="0"/>
            <a:chExt cx="4237784" cy="1737918"/>
          </a:xfrm>
        </p:grpSpPr>
        <p:sp>
          <p:nvSpPr>
            <p:cNvPr id="1973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974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975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976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977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978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979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98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983" name="end.: a31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a310</a:t>
              </a:r>
            </a:p>
          </p:txBody>
        </p:sp>
        <p:sp>
          <p:nvSpPr>
            <p:cNvPr id="1984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985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986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98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1993" name="Group"/>
          <p:cNvGrpSpPr/>
          <p:nvPr/>
        </p:nvGrpSpPr>
        <p:grpSpPr>
          <a:xfrm>
            <a:off x="2419227" y="9024674"/>
            <a:ext cx="967006" cy="967006"/>
            <a:chOff x="0" y="0"/>
            <a:chExt cx="967004" cy="967004"/>
          </a:xfrm>
        </p:grpSpPr>
        <p:sp>
          <p:nvSpPr>
            <p:cNvPr id="1991" name="100"/>
            <p:cNvSpPr txBox="1"/>
            <p:nvPr/>
          </p:nvSpPr>
          <p:spPr>
            <a:xfrm>
              <a:off x="125617" y="209568"/>
              <a:ext cx="74980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100</a:t>
              </a:r>
            </a:p>
          </p:txBody>
        </p:sp>
        <p:sp>
          <p:nvSpPr>
            <p:cNvPr id="1992" name="Circle"/>
            <p:cNvSpPr/>
            <p:nvPr/>
          </p:nvSpPr>
          <p:spPr>
            <a:xfrm>
              <a:off x="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011" name="Group"/>
          <p:cNvGrpSpPr/>
          <p:nvPr/>
        </p:nvGrpSpPr>
        <p:grpSpPr>
          <a:xfrm>
            <a:off x="988803" y="4290626"/>
            <a:ext cx="4237786" cy="1737920"/>
            <a:chOff x="0" y="0"/>
            <a:chExt cx="4237784" cy="1737918"/>
          </a:xfrm>
        </p:grpSpPr>
        <p:sp>
          <p:nvSpPr>
            <p:cNvPr id="1994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995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99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99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99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99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2000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2002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2004" name="end.: e070"/>
            <p:cNvSpPr txBox="1"/>
            <p:nvPr/>
          </p:nvSpPr>
          <p:spPr>
            <a:xfrm>
              <a:off x="41311" y="1301241"/>
              <a:ext cx="1434466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e070</a:t>
              </a:r>
            </a:p>
          </p:txBody>
        </p:sp>
        <p:sp>
          <p:nvSpPr>
            <p:cNvPr id="2005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2006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2007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2009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2012" name="E070"/>
          <p:cNvSpPr txBox="1"/>
          <p:nvPr/>
        </p:nvSpPr>
        <p:spPr>
          <a:xfrm>
            <a:off x="1183139" y="3056442"/>
            <a:ext cx="924713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grpSp>
        <p:nvGrpSpPr>
          <p:cNvPr id="2017" name="Group"/>
          <p:cNvGrpSpPr/>
          <p:nvPr/>
        </p:nvGrpSpPr>
        <p:grpSpPr>
          <a:xfrm>
            <a:off x="1398848" y="9842826"/>
            <a:ext cx="1297791" cy="1893273"/>
            <a:chOff x="0" y="-53881"/>
            <a:chExt cx="1297790" cy="1893272"/>
          </a:xfrm>
        </p:grpSpPr>
        <p:sp>
          <p:nvSpPr>
            <p:cNvPr id="2013" name="5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2014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2015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2018" name="2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grpSp>
        <p:nvGrpSpPr>
          <p:cNvPr id="2036" name="Group"/>
          <p:cNvGrpSpPr/>
          <p:nvPr/>
        </p:nvGrpSpPr>
        <p:grpSpPr>
          <a:xfrm>
            <a:off x="988803" y="6185656"/>
            <a:ext cx="4237786" cy="1737920"/>
            <a:chOff x="0" y="0"/>
            <a:chExt cx="4237784" cy="1737918"/>
          </a:xfrm>
        </p:grpSpPr>
        <p:sp>
          <p:nvSpPr>
            <p:cNvPr id="2019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2020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2021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2022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2023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2024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2025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202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2029" name="end.: fa55"/>
            <p:cNvSpPr txBox="1"/>
            <p:nvPr/>
          </p:nvSpPr>
          <p:spPr>
            <a:xfrm>
              <a:off x="41311" y="1301241"/>
              <a:ext cx="1361822" cy="436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r>
                <a:t>end.: fa55</a:t>
              </a:r>
            </a:p>
          </p:txBody>
        </p:sp>
        <p:sp>
          <p:nvSpPr>
            <p:cNvPr id="2030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2031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2032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2034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2037" name="Fa55"/>
          <p:cNvSpPr txBox="1"/>
          <p:nvPr/>
        </p:nvSpPr>
        <p:spPr>
          <a:xfrm>
            <a:off x="1145039" y="4872464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Fa55 </a:t>
            </a:r>
          </a:p>
        </p:txBody>
      </p:sp>
      <p:grpSp>
        <p:nvGrpSpPr>
          <p:cNvPr id="2042" name="Group"/>
          <p:cNvGrpSpPr/>
          <p:nvPr/>
        </p:nvGrpSpPr>
        <p:grpSpPr>
          <a:xfrm>
            <a:off x="382848" y="11620826"/>
            <a:ext cx="1297791" cy="1893273"/>
            <a:chOff x="0" y="-53881"/>
            <a:chExt cx="1297790" cy="1893272"/>
          </a:xfrm>
        </p:grpSpPr>
        <p:sp>
          <p:nvSpPr>
            <p:cNvPr id="2038" name="20"/>
            <p:cNvSpPr txBox="1"/>
            <p:nvPr/>
          </p:nvSpPr>
          <p:spPr>
            <a:xfrm>
              <a:off x="214517" y="1107355"/>
              <a:ext cx="537973" cy="548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20</a:t>
              </a:r>
            </a:p>
          </p:txBody>
        </p:sp>
        <p:sp>
          <p:nvSpPr>
            <p:cNvPr id="2039" name="Circle"/>
            <p:cNvSpPr/>
            <p:nvPr/>
          </p:nvSpPr>
          <p:spPr>
            <a:xfrm>
              <a:off x="0" y="872386"/>
              <a:ext cx="967005" cy="967006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2040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100000">
              <a:off x="169412" y="391189"/>
              <a:ext cx="1290415" cy="76201"/>
            </a:xfrm>
            <a:prstGeom prst="rect">
              <a:avLst/>
            </a:prstGeom>
            <a:effectLst/>
          </p:spPr>
        </p:pic>
      </p:grpSp>
      <p:sp>
        <p:nvSpPr>
          <p:cNvPr id="2043" name="3"/>
          <p:cNvSpPr txBox="1"/>
          <p:nvPr/>
        </p:nvSpPr>
        <p:spPr>
          <a:xfrm>
            <a:off x="4392445" y="3056442"/>
            <a:ext cx="31201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2044" name="def adicionar_no(self, valor):…"/>
          <p:cNvSpPr txBox="1"/>
          <p:nvPr/>
        </p:nvSpPr>
        <p:spPr>
          <a:xfrm>
            <a:off x="10630276" y="739775"/>
            <a:ext cx="5784504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adicionar_no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.vazia():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.raiz = </a:t>
            </a:r>
            <a:r>
              <a:rPr i="1"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  </a:t>
            </a:r>
            <a:r>
              <a:rPr>
                <a:solidFill>
                  <a:srgbClr val="011480"/>
                </a:solidFill>
              </a:rPr>
              <a:t>print</a:t>
            </a:r>
            <a:r>
              <a:rPr>
                <a:solidFill>
                  <a:srgbClr val="080808"/>
                </a:solidFill>
              </a:rPr>
              <a:t>(</a:t>
            </a:r>
            <a:r>
              <a:t>f"----- Adicionando Nó Folha: </a:t>
            </a:r>
            <a:r>
              <a:rPr>
                <a:solidFill>
                  <a:srgbClr val="0137A6"/>
                </a:solidFill>
              </a:rPr>
              <a:t>{</a:t>
            </a:r>
            <a:r>
              <a:rPr>
                <a:solidFill>
                  <a:srgbClr val="080808"/>
                </a:solidFill>
              </a:rPr>
              <a:t>valor</a:t>
            </a:r>
            <a:r>
              <a:rPr>
                <a:solidFill>
                  <a:srgbClr val="0137A6"/>
                </a:solidFill>
              </a:rPr>
              <a:t>}</a:t>
            </a:r>
            <a:r>
              <a:t> ------"</a:t>
            </a:r>
            <a:r>
              <a:rPr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.raiz, valor)</a:t>
            </a:r>
          </a:p>
        </p:txBody>
      </p:sp>
      <p:sp>
        <p:nvSpPr>
          <p:cNvPr id="2045" name="def _adicionar_no_folha(self, no_atual, valor):…"/>
          <p:cNvSpPr txBox="1"/>
          <p:nvPr/>
        </p:nvSpPr>
        <p:spPr>
          <a:xfrm>
            <a:off x="10636815" y="2602802"/>
            <a:ext cx="7247781" cy="210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rPr>
                <a:solidFill>
                  <a:srgbClr val="00627A"/>
                </a:solidFill>
              </a:rPr>
              <a:t>_adicionar_no_folha</a:t>
            </a:r>
            <a: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, no_atual,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0033B3"/>
                </a:solidFill>
              </a:rPr>
              <a:t>if not </a:t>
            </a:r>
            <a:r>
              <a:t>no_atual: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000000"/>
                </a:solidFill>
              </a:rPr>
              <a:t>No(valor)</a:t>
            </a:r>
            <a:endParaRPr i="1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elif </a:t>
            </a:r>
            <a:r>
              <a:t>valor &lt; no_atual.valor: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._adicionar_no_folha(no_atual.esquerda,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._adicionar_no_folha(no_atual.direita, valor)</a:t>
            </a:r>
          </a:p>
        </p:txBody>
      </p:sp>
      <p:sp>
        <p:nvSpPr>
          <p:cNvPr id="2046" name="############################# altura…"/>
          <p:cNvSpPr txBox="1"/>
          <p:nvPr/>
        </p:nvSpPr>
        <p:spPr>
          <a:xfrm>
            <a:off x="10736961" y="4660626"/>
            <a:ext cx="724778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1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 </a:t>
            </a:r>
            <a:r>
              <a:t>############################# altura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t>no_atual.altura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1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._altura(no_atual.esquerda),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._altura(no_atual.direita) )</a:t>
            </a:r>
          </a:p>
        </p:txBody>
      </p:sp>
      <p:sp>
        <p:nvSpPr>
          <p:cNvPr id="2047" name="############################# Fator Balanceamento…"/>
          <p:cNvSpPr txBox="1"/>
          <p:nvPr/>
        </p:nvSpPr>
        <p:spPr>
          <a:xfrm>
            <a:off x="10711289" y="5897912"/>
            <a:ext cx="12354013" cy="77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 i="1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0">
                <a:solidFill>
                  <a:srgbClr val="080808"/>
                </a:solidFill>
              </a:rPr>
              <a:t>   </a:t>
            </a:r>
            <a:r>
              <a:t>############################# Fator Balanceamento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</a:t>
            </a:r>
            <a:r>
              <a:rPr>
                <a:solidFill>
                  <a:srgbClr val="000000"/>
                </a:solidFill>
              </a:rPr>
              <a:t>balanceamento </a:t>
            </a:r>
            <a:r>
              <a:t>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._balanceamento(no_atual)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  <a:r>
              <a:rPr>
                <a:solidFill>
                  <a:srgbClr val="080808"/>
                </a:solidFill>
              </a:rPr>
              <a:t>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&lt;</a:t>
            </a:r>
            <a:r>
              <a:rPr>
                <a:solidFill>
                  <a:srgbClr val="080808"/>
                </a:solidFill>
              </a:rPr>
              <a:t> -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 </a:t>
            </a:r>
            <a:r>
              <a:rPr i="1">
                <a:solidFill>
                  <a:srgbClr val="8C8C8C"/>
                </a:solidFill>
              </a:rPr>
              <a:t># rotação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>
                <a:solidFill>
                  <a:srgbClr val="8C8C8C"/>
                </a:solidFill>
              </a:rP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&lt; no_atual.esquerda.valor: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no_atual.esquerda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._rotacao_esquerda(no_atual.esquerda)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balanceamento &gt;</a:t>
            </a:r>
            <a:r>
              <a:rPr>
                <a:solidFill>
                  <a:srgbClr val="080808"/>
                </a:solidFill>
              </a:rPr>
              <a:t> </a:t>
            </a:r>
            <a:r>
              <a:rPr>
                <a:solidFill>
                  <a:srgbClr val="1750EB"/>
                </a:solidFill>
              </a:rPr>
              <a:t>1</a:t>
            </a:r>
            <a:r>
              <a:rPr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if </a:t>
            </a:r>
            <a:r>
              <a:t>valor &gt; no_atual.direita.valor: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0033B3"/>
                </a:solidFill>
              </a:rPr>
              <a:t>else</a:t>
            </a:r>
            <a: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no_atual.direita =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._rotacao_direita(no_atual.direita)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._rotacao_esquerda(no_atual)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33B3"/>
                </a:solidFill>
              </a:rPr>
              <a:t>return </a:t>
            </a:r>
            <a:r>
              <a:t>no_atual</a:t>
            </a:r>
          </a:p>
        </p:txBody>
      </p:sp>
      <p:sp>
        <p:nvSpPr>
          <p:cNvPr id="2048" name="2"/>
          <p:cNvSpPr txBox="1"/>
          <p:nvPr/>
        </p:nvSpPr>
        <p:spPr>
          <a:xfrm>
            <a:off x="4392445" y="4872464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2049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3976199" y="8151979"/>
            <a:ext cx="5487068" cy="76201"/>
          </a:xfrm>
          <a:prstGeom prst="rect">
            <a:avLst/>
          </a:prstGeom>
        </p:spPr>
      </p:pic>
      <p:sp>
        <p:nvSpPr>
          <p:cNvPr id="2051" name="A310"/>
          <p:cNvSpPr txBox="1"/>
          <p:nvPr/>
        </p:nvSpPr>
        <p:spPr>
          <a:xfrm>
            <a:off x="17780744" y="7539310"/>
            <a:ext cx="771729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2052" name="Rectangle"/>
          <p:cNvSpPr/>
          <p:nvPr/>
        </p:nvSpPr>
        <p:spPr>
          <a:xfrm>
            <a:off x="10606974" y="99476"/>
            <a:ext cx="12903860" cy="5843595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53" name="def _rotacao_direita(self, pai):…"/>
          <p:cNvSpPr txBox="1"/>
          <p:nvPr/>
        </p:nvSpPr>
        <p:spPr>
          <a:xfrm>
            <a:off x="13523898" y="360117"/>
            <a:ext cx="6485658" cy="546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33B3"/>
                </a:solidFill>
              </a:rPr>
              <a:t>def </a:t>
            </a:r>
            <a:r>
              <a:t>_rotacao_direita</a:t>
            </a:r>
            <a:r>
              <a:rPr>
                <a:solidFill>
                  <a:srgbClr val="080808"/>
                </a:solidFill>
              </a:rPr>
              <a:t>(</a:t>
            </a:r>
            <a:r>
              <a:rPr>
                <a:solidFill>
                  <a:srgbClr val="94558D"/>
                </a:solidFill>
              </a:rPr>
              <a:t>self</a:t>
            </a:r>
            <a:r>
              <a:rPr>
                <a:solidFill>
                  <a:srgbClr val="080808"/>
                </a:solidFill>
              </a:rPr>
              <a:t>, pai):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0000"/>
                </a:solidFill>
              </a:rPr>
              <a:t>filhoE </a:t>
            </a:r>
            <a:r>
              <a:t>= pai.esquerda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0000"/>
                </a:solidFill>
              </a:rPr>
              <a:t>neto </a:t>
            </a:r>
            <a:r>
              <a:t>= </a:t>
            </a:r>
            <a:r>
              <a:rPr>
                <a:solidFill>
                  <a:srgbClr val="000000"/>
                </a:solidFill>
              </a:rPr>
              <a:t>filhoE</a:t>
            </a:r>
            <a:r>
              <a:t>.direita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0000"/>
                </a:solidFill>
              </a:rPr>
              <a:t>filhoE</a:t>
            </a:r>
            <a:r>
              <a:t>.direita = pai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pai.esquerda = </a:t>
            </a:r>
            <a:r>
              <a:rPr>
                <a:solidFill>
                  <a:srgbClr val="000000"/>
                </a:solidFill>
              </a:rPr>
              <a:t>neto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 </a:t>
            </a:r>
            <a:r>
              <a:t>   pai.altura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._altura(pai.esquerda),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._altura(pai.direita))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00000"/>
                </a:solidFill>
              </a:rPr>
              <a:t>filhoE</a:t>
            </a:r>
            <a:r>
              <a:t>.altura = </a:t>
            </a:r>
            <a:r>
              <a:rPr>
                <a:solidFill>
                  <a:srgbClr val="1750EB"/>
                </a:solidFill>
              </a:rPr>
              <a:t>1 </a:t>
            </a:r>
            <a:r>
              <a:t>+ </a:t>
            </a:r>
            <a:r>
              <a:rPr>
                <a:solidFill>
                  <a:srgbClr val="011480"/>
                </a:solidFill>
              </a:rPr>
              <a:t>max</a:t>
            </a:r>
            <a:r>
              <a:t>(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</a:t>
            </a:r>
            <a:r>
              <a:rPr>
                <a:solidFill>
                  <a:srgbClr val="000000"/>
                </a:solidFill>
              </a:rPr>
              <a:t>filhoE</a:t>
            </a:r>
            <a:r>
              <a:t>.esquerda),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4558D"/>
                </a:solidFill>
              </a:rPr>
              <a:t>self</a:t>
            </a:r>
            <a:r>
              <a:t>._altura(</a:t>
            </a:r>
            <a:r>
              <a:rPr>
                <a:solidFill>
                  <a:srgbClr val="000000"/>
                </a:solidFill>
              </a:rPr>
              <a:t>filhoE</a:t>
            </a:r>
            <a:r>
              <a:t>.direita))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33B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  </a:t>
            </a:r>
            <a:r>
              <a:t>return </a:t>
            </a:r>
            <a:r>
              <a:rPr>
                <a:solidFill>
                  <a:srgbClr val="000000"/>
                </a:solidFill>
              </a:rPr>
              <a:t>filhoE</a:t>
            </a:r>
          </a:p>
        </p:txBody>
      </p:sp>
      <p:sp>
        <p:nvSpPr>
          <p:cNvPr id="2054" name="None"/>
          <p:cNvSpPr txBox="1"/>
          <p:nvPr/>
        </p:nvSpPr>
        <p:spPr>
          <a:xfrm>
            <a:off x="13366412" y="1268593"/>
            <a:ext cx="81810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2055" name="None"/>
          <p:cNvSpPr txBox="1"/>
          <p:nvPr/>
        </p:nvSpPr>
        <p:spPr>
          <a:xfrm>
            <a:off x="13366412" y="2099706"/>
            <a:ext cx="81810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None</a:t>
            </a:r>
          </a:p>
        </p:txBody>
      </p:sp>
      <p:sp>
        <p:nvSpPr>
          <p:cNvPr id="2056" name="1"/>
          <p:cNvSpPr txBox="1"/>
          <p:nvPr/>
        </p:nvSpPr>
        <p:spPr>
          <a:xfrm>
            <a:off x="13640643" y="2604377"/>
            <a:ext cx="269647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2057" name="0"/>
          <p:cNvSpPr txBox="1"/>
          <p:nvPr/>
        </p:nvSpPr>
        <p:spPr>
          <a:xfrm>
            <a:off x="14565369" y="3099966"/>
            <a:ext cx="269648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2058" name="0"/>
          <p:cNvSpPr txBox="1"/>
          <p:nvPr/>
        </p:nvSpPr>
        <p:spPr>
          <a:xfrm>
            <a:off x="14565369" y="3514905"/>
            <a:ext cx="269648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2059" name="1"/>
          <p:cNvSpPr txBox="1"/>
          <p:nvPr/>
        </p:nvSpPr>
        <p:spPr>
          <a:xfrm>
            <a:off x="14556627" y="4487244"/>
            <a:ext cx="269648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2060" name="A310"/>
          <p:cNvSpPr txBox="1"/>
          <p:nvPr/>
        </p:nvSpPr>
        <p:spPr>
          <a:xfrm>
            <a:off x="17971079" y="99324"/>
            <a:ext cx="771730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2061" name="E070"/>
          <p:cNvSpPr txBox="1"/>
          <p:nvPr/>
        </p:nvSpPr>
        <p:spPr>
          <a:xfrm>
            <a:off x="13447239" y="806945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2062" name="A310"/>
          <p:cNvSpPr txBox="1"/>
          <p:nvPr/>
        </p:nvSpPr>
        <p:spPr>
          <a:xfrm>
            <a:off x="13389601" y="1701940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2063" name="1"/>
          <p:cNvSpPr txBox="1"/>
          <p:nvPr/>
        </p:nvSpPr>
        <p:spPr>
          <a:xfrm>
            <a:off x="14556627" y="4979888"/>
            <a:ext cx="269648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2064" name="E070"/>
          <p:cNvSpPr txBox="1"/>
          <p:nvPr/>
        </p:nvSpPr>
        <p:spPr>
          <a:xfrm>
            <a:off x="13447239" y="5375706"/>
            <a:ext cx="761392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sp>
        <p:nvSpPr>
          <p:cNvPr id="2065" name="filhoE"/>
          <p:cNvSpPr txBox="1"/>
          <p:nvPr/>
        </p:nvSpPr>
        <p:spPr>
          <a:xfrm>
            <a:off x="6638236" y="5497199"/>
            <a:ext cx="99654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filhoE</a:t>
            </a:r>
          </a:p>
        </p:txBody>
      </p:sp>
      <p:pic>
        <p:nvPicPr>
          <p:cNvPr id="2066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617285" y="5535837"/>
            <a:ext cx="3820617" cy="352234"/>
          </a:xfrm>
          <a:prstGeom prst="rect">
            <a:avLst/>
          </a:prstGeom>
        </p:spPr>
      </p:pic>
      <p:sp>
        <p:nvSpPr>
          <p:cNvPr id="2068" name="neto"/>
          <p:cNvSpPr txBox="1"/>
          <p:nvPr/>
        </p:nvSpPr>
        <p:spPr>
          <a:xfrm>
            <a:off x="6938075" y="3629666"/>
            <a:ext cx="819100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neto</a:t>
            </a:r>
          </a:p>
        </p:txBody>
      </p:sp>
      <p:pic>
        <p:nvPicPr>
          <p:cNvPr id="2069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9763300">
            <a:off x="4051917" y="4303180"/>
            <a:ext cx="2863576" cy="352235"/>
          </a:xfrm>
          <a:prstGeom prst="rect">
            <a:avLst/>
          </a:prstGeom>
        </p:spPr>
      </p:pic>
      <p:sp>
        <p:nvSpPr>
          <p:cNvPr id="2071" name="pai"/>
          <p:cNvSpPr txBox="1"/>
          <p:nvPr/>
        </p:nvSpPr>
        <p:spPr>
          <a:xfrm>
            <a:off x="6838973" y="6792894"/>
            <a:ext cx="595072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pai</a:t>
            </a:r>
          </a:p>
        </p:txBody>
      </p:sp>
      <p:sp>
        <p:nvSpPr>
          <p:cNvPr id="2072" name="A310"/>
          <p:cNvSpPr txBox="1"/>
          <p:nvPr/>
        </p:nvSpPr>
        <p:spPr>
          <a:xfrm>
            <a:off x="6750644" y="7185458"/>
            <a:ext cx="771729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A310</a:t>
            </a:r>
          </a:p>
        </p:txBody>
      </p:sp>
      <p:sp>
        <p:nvSpPr>
          <p:cNvPr id="2073" name="A310"/>
          <p:cNvSpPr txBox="1"/>
          <p:nvPr/>
        </p:nvSpPr>
        <p:spPr>
          <a:xfrm>
            <a:off x="3130069" y="4874180"/>
            <a:ext cx="1135584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 A310 </a:t>
            </a:r>
          </a:p>
        </p:txBody>
      </p:sp>
      <p:pic>
        <p:nvPicPr>
          <p:cNvPr id="2074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13028691">
            <a:off x="3788365" y="6233131"/>
            <a:ext cx="3316180" cy="352234"/>
          </a:xfrm>
          <a:prstGeom prst="rect">
            <a:avLst/>
          </a:prstGeom>
        </p:spPr>
      </p:pic>
      <p:pic>
        <p:nvPicPr>
          <p:cNvPr id="2076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1570045" y="764107"/>
            <a:ext cx="1285628" cy="352235"/>
          </a:xfrm>
          <a:prstGeom prst="rect">
            <a:avLst/>
          </a:prstGeom>
        </p:spPr>
      </p:pic>
      <p:pic>
        <p:nvPicPr>
          <p:cNvPr id="2078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1570045" y="1272107"/>
            <a:ext cx="1285628" cy="352235"/>
          </a:xfrm>
          <a:prstGeom prst="rect">
            <a:avLst/>
          </a:prstGeom>
        </p:spPr>
      </p:pic>
      <p:pic>
        <p:nvPicPr>
          <p:cNvPr id="2080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1570045" y="1780108"/>
            <a:ext cx="1285628" cy="352234"/>
          </a:xfrm>
          <a:prstGeom prst="rect">
            <a:avLst/>
          </a:prstGeom>
        </p:spPr>
      </p:pic>
      <p:pic>
        <p:nvPicPr>
          <p:cNvPr id="2082" name="Line Line" descr="Line 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1570045" y="2161108"/>
            <a:ext cx="1285628" cy="352234"/>
          </a:xfrm>
          <a:prstGeom prst="rect">
            <a:avLst/>
          </a:prstGeom>
        </p:spPr>
      </p:pic>
      <p:sp>
        <p:nvSpPr>
          <p:cNvPr id="2084" name="None"/>
          <p:cNvSpPr txBox="1"/>
          <p:nvPr/>
        </p:nvSpPr>
        <p:spPr>
          <a:xfrm>
            <a:off x="7707964" y="3629666"/>
            <a:ext cx="116154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None</a:t>
            </a:r>
            <a:r>
              <a:t> </a:t>
            </a:r>
          </a:p>
        </p:txBody>
      </p:sp>
      <p:sp>
        <p:nvSpPr>
          <p:cNvPr id="2085" name="None"/>
          <p:cNvSpPr txBox="1"/>
          <p:nvPr/>
        </p:nvSpPr>
        <p:spPr>
          <a:xfrm>
            <a:off x="1064724" y="3061743"/>
            <a:ext cx="116154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None</a:t>
            </a:r>
            <a:r>
              <a:t> </a:t>
            </a:r>
          </a:p>
        </p:txBody>
      </p:sp>
      <p:pic>
        <p:nvPicPr>
          <p:cNvPr id="2086" name="Line Line" descr="Line Line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 rot="11031277">
            <a:off x="2067193" y="3530355"/>
            <a:ext cx="4921633" cy="352235"/>
          </a:xfrm>
          <a:prstGeom prst="rect">
            <a:avLst/>
          </a:prstGeom>
        </p:spPr>
      </p:pic>
      <p:pic>
        <p:nvPicPr>
          <p:cNvPr id="2088" name="Line Line" descr="Line 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1570045" y="2669108"/>
            <a:ext cx="1285628" cy="352234"/>
          </a:xfrm>
          <a:prstGeom prst="rect">
            <a:avLst/>
          </a:prstGeom>
        </p:spPr>
      </p:pic>
      <p:sp>
        <p:nvSpPr>
          <p:cNvPr id="2090" name="1"/>
          <p:cNvSpPr txBox="1"/>
          <p:nvPr/>
        </p:nvSpPr>
        <p:spPr>
          <a:xfrm>
            <a:off x="4392445" y="3152623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1</a:t>
            </a:r>
          </a:p>
        </p:txBody>
      </p:sp>
      <p:pic>
        <p:nvPicPr>
          <p:cNvPr id="2091" name="Line Line" descr="Line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1570045" y="4066108"/>
            <a:ext cx="1285628" cy="352234"/>
          </a:xfrm>
          <a:prstGeom prst="rect">
            <a:avLst/>
          </a:prstGeom>
        </p:spPr>
      </p:pic>
      <p:sp>
        <p:nvSpPr>
          <p:cNvPr id="2093" name="2"/>
          <p:cNvSpPr txBox="1"/>
          <p:nvPr/>
        </p:nvSpPr>
        <p:spPr>
          <a:xfrm>
            <a:off x="13667627" y="3979244"/>
            <a:ext cx="269648" cy="436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2094" name="2"/>
          <p:cNvSpPr txBox="1"/>
          <p:nvPr/>
        </p:nvSpPr>
        <p:spPr>
          <a:xfrm>
            <a:off x="4392445" y="4910564"/>
            <a:ext cx="312015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t>2</a:t>
            </a:r>
          </a:p>
        </p:txBody>
      </p:sp>
      <p:pic>
        <p:nvPicPr>
          <p:cNvPr id="2095" name="Line Line" descr="Line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 rot="11295223">
            <a:off x="4779936" y="5117028"/>
            <a:ext cx="2327540" cy="352235"/>
          </a:xfrm>
          <a:prstGeom prst="rect">
            <a:avLst/>
          </a:prstGeom>
        </p:spPr>
      </p:pic>
      <p:pic>
        <p:nvPicPr>
          <p:cNvPr id="2097" name="Line Line" descr="Line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11570045" y="5463108"/>
            <a:ext cx="1285628" cy="352234"/>
          </a:xfrm>
          <a:prstGeom prst="rect">
            <a:avLst/>
          </a:prstGeom>
        </p:spPr>
      </p:pic>
      <p:sp>
        <p:nvSpPr>
          <p:cNvPr id="2099" name="E070"/>
          <p:cNvSpPr txBox="1"/>
          <p:nvPr/>
        </p:nvSpPr>
        <p:spPr>
          <a:xfrm>
            <a:off x="7835115" y="5540723"/>
            <a:ext cx="761391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t>E070</a:t>
            </a:r>
          </a:p>
        </p:txBody>
      </p:sp>
      <p:pic>
        <p:nvPicPr>
          <p:cNvPr id="2100" name="Line Line" descr="Line Line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 rot="14511403">
            <a:off x="3777340" y="5112477"/>
            <a:ext cx="4082662" cy="352234"/>
          </a:xfrm>
          <a:prstGeom prst="rect">
            <a:avLst/>
          </a:prstGeom>
        </p:spPr>
      </p:pic>
      <p:pic>
        <p:nvPicPr>
          <p:cNvPr id="2102" name="Line Line" descr="Line Line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9821547" y="7696911"/>
            <a:ext cx="1285628" cy="352234"/>
          </a:xfrm>
          <a:prstGeom prst="rect">
            <a:avLst/>
          </a:prstGeom>
        </p:spPr>
      </p:pic>
      <p:grpSp>
        <p:nvGrpSpPr>
          <p:cNvPr id="2116" name="Group"/>
          <p:cNvGrpSpPr/>
          <p:nvPr/>
        </p:nvGrpSpPr>
        <p:grpSpPr>
          <a:xfrm>
            <a:off x="3169920" y="10769093"/>
            <a:ext cx="3023217" cy="2745006"/>
            <a:chOff x="0" y="0"/>
            <a:chExt cx="3023215" cy="2745004"/>
          </a:xfrm>
        </p:grpSpPr>
        <p:sp>
          <p:nvSpPr>
            <p:cNvPr id="2104" name="50"/>
            <p:cNvSpPr txBox="1"/>
            <p:nvPr/>
          </p:nvSpPr>
          <p:spPr>
            <a:xfrm>
              <a:off x="1230517" y="234969"/>
              <a:ext cx="537973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t>50</a:t>
              </a:r>
            </a:p>
          </p:txBody>
        </p:sp>
        <p:sp>
          <p:nvSpPr>
            <p:cNvPr id="2105" name="Circle"/>
            <p:cNvSpPr/>
            <p:nvPr/>
          </p:nvSpPr>
          <p:spPr>
            <a:xfrm>
              <a:off x="101600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2106" name="Line Line" descr="Line Line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13771734">
              <a:off x="1545608" y="1267650"/>
              <a:ext cx="1208157" cy="76201"/>
            </a:xfrm>
            <a:prstGeom prst="rect">
              <a:avLst/>
            </a:prstGeom>
            <a:effectLst/>
          </p:spPr>
        </p:pic>
        <p:grpSp>
          <p:nvGrpSpPr>
            <p:cNvPr id="2112" name="Group"/>
            <p:cNvGrpSpPr/>
            <p:nvPr/>
          </p:nvGrpSpPr>
          <p:grpSpPr>
            <a:xfrm>
              <a:off x="-1" y="851732"/>
              <a:ext cx="1297792" cy="1893273"/>
              <a:chOff x="0" y="-53881"/>
              <a:chExt cx="1297790" cy="1893272"/>
            </a:xfrm>
          </p:grpSpPr>
          <p:sp>
            <p:nvSpPr>
              <p:cNvPr id="2108" name="20"/>
              <p:cNvSpPr txBox="1"/>
              <p:nvPr/>
            </p:nvSpPr>
            <p:spPr>
              <a:xfrm>
                <a:off x="214517" y="1107355"/>
                <a:ext cx="537973" cy="5481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20</a:t>
                </a:r>
              </a:p>
            </p:txBody>
          </p:sp>
          <p:sp>
            <p:nvSpPr>
              <p:cNvPr id="2109" name="Circle"/>
              <p:cNvSpPr/>
              <p:nvPr/>
            </p:nvSpPr>
            <p:spPr>
              <a:xfrm>
                <a:off x="0" y="872386"/>
                <a:ext cx="967005" cy="967006"/>
              </a:xfrm>
              <a:prstGeom prst="ellips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2110" name="Line Line" descr="Line Lin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8100000">
                <a:off x="169412" y="391189"/>
                <a:ext cx="1290415" cy="76201"/>
              </a:xfrm>
              <a:prstGeom prst="rect">
                <a:avLst/>
              </a:prstGeom>
              <a:effectLst/>
            </p:spPr>
          </p:pic>
        </p:grpSp>
        <p:grpSp>
          <p:nvGrpSpPr>
            <p:cNvPr id="2115" name="Group"/>
            <p:cNvGrpSpPr/>
            <p:nvPr/>
          </p:nvGrpSpPr>
          <p:grpSpPr>
            <a:xfrm>
              <a:off x="2056210" y="1718557"/>
              <a:ext cx="967006" cy="967006"/>
              <a:chOff x="0" y="0"/>
              <a:chExt cx="967004" cy="967004"/>
            </a:xfrm>
          </p:grpSpPr>
          <p:sp>
            <p:nvSpPr>
              <p:cNvPr id="2113" name="100"/>
              <p:cNvSpPr txBox="1"/>
              <p:nvPr/>
            </p:nvSpPr>
            <p:spPr>
              <a:xfrm>
                <a:off x="125617" y="209568"/>
                <a:ext cx="749809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100</a:t>
                </a:r>
              </a:p>
            </p:txBody>
          </p:sp>
          <p:sp>
            <p:nvSpPr>
              <p:cNvPr id="2114" name="Circle"/>
              <p:cNvSpPr/>
              <p:nvPr/>
            </p:nvSpPr>
            <p:spPr>
              <a:xfrm>
                <a:off x="0" y="0"/>
                <a:ext cx="967005" cy="967005"/>
              </a:xfrm>
              <a:prstGeom prst="ellips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pic>
        <p:nvPicPr>
          <p:cNvPr id="2117" name="Line Line" descr="Line Line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 rot="13771734">
            <a:off x="4447101" y="12103496"/>
            <a:ext cx="1208157" cy="7620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2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2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9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"/>
                            </p:stCondLst>
                            <p:childTnLst>
                              <p:par>
                                <p:cTn id="32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8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0"/>
                            </p:stCondLst>
                            <p:childTnLst>
                              <p:par>
                                <p:cTn id="48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00"/>
                            </p:stCondLst>
                            <p:childTnLst>
                              <p:par>
                                <p:cTn id="53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800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/>
                                        <p:tgtEl>
                                          <p:spTgt spid="2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xit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5" dur="900" fill="hold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"/>
                            </p:stCondLst>
                            <p:childTnLst>
                              <p:par>
                                <p:cTn id="74" presetID="23" presetClass="entr" presetSubtype="16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8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00"/>
                            </p:stCondLst>
                            <p:childTnLst>
                              <p:par>
                                <p:cTn id="79" presetID="23" presetClass="entr" presetSubtype="16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8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200"/>
                            </p:stCondLst>
                            <p:childTnLst>
                              <p:par>
                                <p:cTn id="84" presetID="23" presetClass="entr" presetSubtype="16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0" fill="hold"/>
                                        <p:tgtEl>
                                          <p:spTgt spid="2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0" fill="hold"/>
                                        <p:tgtEl>
                                          <p:spTgt spid="2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700"/>
                            </p:stCondLst>
                            <p:childTnLst>
                              <p:par>
                                <p:cTn id="89" presetID="23" presetClass="entr" presetSubtype="16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xit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6" dur="900" fill="hold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grpId="1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2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00"/>
                            </p:stCondLst>
                            <p:childTnLst>
                              <p:par>
                                <p:cTn id="105" presetID="23" presetClass="entr" presetSubtype="16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8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"/>
                            </p:stCondLst>
                            <p:childTnLst>
                              <p:par>
                                <p:cTn id="110" presetID="23" presetClass="entr" presetSubtype="16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2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2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500"/>
                            </p:stCondLst>
                            <p:childTnLst>
                              <p:par>
                                <p:cTn id="121" presetID="23" presetClass="entr" presetSubtype="16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23" presetClass="entr" presetSubtype="16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300" fill="hold"/>
                                        <p:tgtEl>
                                          <p:spTgt spid="2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00" fill="hold"/>
                                        <p:tgtEl>
                                          <p:spTgt spid="2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800"/>
                            </p:stCondLst>
                            <p:childTnLst>
                              <p:par>
                                <p:cTn id="131" presetID="9" presetClass="exit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32" dur="900" fill="hold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16" fill="hold" grpId="2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2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fill="hold"/>
                                        <p:tgtEl>
                                          <p:spTgt spid="2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00"/>
                            </p:stCondLst>
                            <p:childTnLst>
                              <p:par>
                                <p:cTn id="141" presetID="23" presetClass="entr" presetSubtype="16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8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8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400"/>
                            </p:stCondLst>
                            <p:childTnLst>
                              <p:par>
                                <p:cTn id="146" presetID="23" presetClass="entr" presetSubtype="16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3" presetClass="entr" presetSubtype="16" fill="hold" grpId="2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2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500"/>
                            </p:stCondLst>
                            <p:childTnLst>
                              <p:par>
                                <p:cTn id="157" presetID="9" presetClass="exit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8" dur="800" fill="hold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300"/>
                            </p:stCondLst>
                            <p:childTnLst>
                              <p:par>
                                <p:cTn id="161" presetID="9" presetClass="exit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62" dur="900" fill="hold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presetSubtype="16" fill="hold" grpId="3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6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600"/>
                            </p:stCondLst>
                            <p:childTnLst>
                              <p:par>
                                <p:cTn id="171" presetID="23" presetClass="entr" presetSubtype="16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8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8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400"/>
                            </p:stCondLst>
                            <p:childTnLst>
                              <p:par>
                                <p:cTn id="176" presetID="23" presetClass="entr" presetSubtype="16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8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8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200"/>
                            </p:stCondLst>
                            <p:childTnLst>
                              <p:par>
                                <p:cTn id="181" presetID="23" presetClass="entr" presetSubtype="16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8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8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3000"/>
                            </p:stCondLst>
                            <p:childTnLst>
                              <p:par>
                                <p:cTn id="186" presetID="23" presetClass="entr" presetSubtype="16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7" fill="hold"/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600" fill="hold"/>
                                        <p:tgtEl>
                                          <p:spTgt spid="2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00" fill="hold"/>
                                        <p:tgtEl>
                                          <p:spTgt spid="2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3" presetClass="entr" presetSubtype="16" fill="hold" grpId="3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8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8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800"/>
                            </p:stCondLst>
                            <p:childTnLst>
                              <p:par>
                                <p:cTn id="197" presetID="9" presetClass="exit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98" dur="900" fill="hold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3" presetClass="entr" presetSubtype="16" fill="hold" grpId="3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3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6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600"/>
                            </p:stCondLst>
                            <p:childTnLst>
                              <p:par>
                                <p:cTn id="207" presetID="23" presetClass="entr" presetSubtype="16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8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2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600"/>
                            </p:stCondLst>
                            <p:childTnLst>
                              <p:par>
                                <p:cTn id="212" presetID="23" presetClass="entr" presetSubtype="16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3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9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9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500"/>
                            </p:stCondLst>
                            <p:childTnLst>
                              <p:par>
                                <p:cTn id="217" presetID="23" presetClass="entr" presetSubtype="16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8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9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9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3400"/>
                            </p:stCondLst>
                            <p:childTnLst>
                              <p:par>
                                <p:cTn id="222" presetID="23" presetClass="entr" presetSubtype="16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3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600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600" fill="hold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3" presetClass="entr" presetSubtype="16" fill="hold" grpId="4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fill="hold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900" fill="hold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900" fill="hold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900"/>
                            </p:stCondLst>
                            <p:childTnLst>
                              <p:par>
                                <p:cTn id="233" presetID="9" presetClass="exit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34" dur="900" fill="hold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3" presetClass="entr" presetSubtype="16" fill="hold" grpId="4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9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6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6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600"/>
                            </p:stCondLst>
                            <p:childTnLst>
                              <p:par>
                                <p:cTn id="243" presetID="23" presetClass="entr" presetSubtype="16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4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9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9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3" presetClass="entr" presetSubtype="16" fill="hold" grpId="4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fill="hold"/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600" fill="hold"/>
                                        <p:tgtEl>
                                          <p:spTgt spid="2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600" fill="hold"/>
                                        <p:tgtEl>
                                          <p:spTgt spid="2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" grpId="1" animBg="1" advAuto="0"/>
      <p:bldP spid="2052" grpId="2" animBg="1" advAuto="0"/>
      <p:bldP spid="2053" grpId="3" animBg="1" advAuto="0"/>
      <p:bldP spid="2054" grpId="14" animBg="1" advAuto="0"/>
      <p:bldP spid="2055" grpId="27" animBg="1" advAuto="0"/>
      <p:bldP spid="2056" grpId="33" animBg="1" advAuto="0"/>
      <p:bldP spid="2057" grpId="34" animBg="1" advAuto="0"/>
      <p:bldP spid="2058" grpId="35" animBg="1" advAuto="0"/>
      <p:bldP spid="2059" grpId="41" animBg="1" advAuto="0"/>
      <p:bldP spid="2060" grpId="4" animBg="1" advAuto="0"/>
      <p:bldP spid="2061" grpId="8" animBg="1" advAuto="0"/>
      <p:bldP spid="2062" grpId="20" animBg="1" advAuto="0"/>
      <p:bldP spid="2063" grpId="42" animBg="1" advAuto="0"/>
      <p:bldP spid="2064" grpId="47" animBg="1" advAuto="0"/>
      <p:bldP spid="2065" grpId="9" animBg="1" advAuto="0"/>
      <p:bldP spid="2066" grpId="11" animBg="1" advAuto="0"/>
      <p:bldP spid="2066" grpId="12" animBg="1" advAuto="0"/>
      <p:bldP spid="2068" grpId="15" animBg="1" advAuto="0"/>
      <p:bldP spid="2069" grpId="17" animBg="1" advAuto="0"/>
      <p:bldP spid="2069" grpId="18" animBg="1" advAuto="0"/>
      <p:bldP spid="2071" grpId="5" animBg="1" advAuto="0"/>
      <p:bldP spid="2072" grpId="6" animBg="1" advAuto="0"/>
      <p:bldP spid="2073" grpId="22" animBg="1" advAuto="0"/>
      <p:bldP spid="2074" grpId="21" animBg="1" advAuto="0"/>
      <p:bldP spid="2074" grpId="25" animBg="1" advAuto="0"/>
      <p:bldP spid="2076" grpId="7" animBg="1" advAuto="0"/>
      <p:bldP spid="2078" grpId="13" animBg="1" advAuto="0"/>
      <p:bldP spid="2080" grpId="19" animBg="1" advAuto="0"/>
      <p:bldP spid="2082" grpId="26" animBg="1" advAuto="0"/>
      <p:bldP spid="2084" grpId="16" animBg="1" advAuto="0"/>
      <p:bldP spid="2085" grpId="29" animBg="1" advAuto="0"/>
      <p:bldP spid="2086" grpId="28" animBg="1" advAuto="0"/>
      <p:bldP spid="2086" grpId="31" animBg="1" advAuto="0"/>
      <p:bldP spid="2088" grpId="32" animBg="1" advAuto="0"/>
      <p:bldP spid="2090" grpId="37" animBg="1" advAuto="0"/>
      <p:bldP spid="2091" grpId="39" animBg="1" advAuto="0"/>
      <p:bldP spid="2093" grpId="40" animBg="1" advAuto="0"/>
      <p:bldP spid="2094" grpId="44" animBg="1" advAuto="0"/>
      <p:bldP spid="2095" grpId="43" animBg="1" advAuto="0"/>
      <p:bldP spid="2095" grpId="45" animBg="1" advAuto="0"/>
      <p:bldP spid="2097" grpId="46" animBg="1" advAuto="0"/>
      <p:bldP spid="2099" grpId="10" animBg="1" advAuto="0"/>
      <p:bldP spid="2100" grpId="36" animBg="1" advAuto="0"/>
      <p:bldP spid="2100" grpId="38" animBg="1" advAuto="0"/>
      <p:bldP spid="2102" grpId="48" animBg="1" advAuto="0"/>
      <p:bldP spid="2116" grpId="23" animBg="1" advAuto="0"/>
      <p:bldP spid="2117" grpId="24" animBg="1" advAuto="0"/>
      <p:bldP spid="2117" grpId="3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AVL Entrada: 100, 50,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AVL </a:t>
            </a:r>
            <a:r>
              <a:rPr sz="5000" spc="-100" dirty="0"/>
              <a:t>Entrada: 100, 50, 20</a:t>
            </a:r>
            <a:r>
              <a:rPr lang="en-US" sz="5000" spc="-100" dirty="0"/>
              <a:t>, </a:t>
            </a:r>
            <a:r>
              <a:rPr lang="en-US" sz="5000" u="sng" spc="-100" dirty="0"/>
              <a:t>80</a:t>
            </a:r>
            <a:endParaRPr sz="5000" u="sng" spc="-100" dirty="0"/>
          </a:p>
        </p:txBody>
      </p:sp>
      <p:grpSp>
        <p:nvGrpSpPr>
          <p:cNvPr id="1990" name="Group"/>
          <p:cNvGrpSpPr/>
          <p:nvPr/>
        </p:nvGrpSpPr>
        <p:grpSpPr>
          <a:xfrm>
            <a:off x="988803" y="2474604"/>
            <a:ext cx="4237787" cy="1723228"/>
            <a:chOff x="0" y="-1"/>
            <a:chExt cx="4237785" cy="1723226"/>
          </a:xfrm>
        </p:grpSpPr>
        <p:sp>
          <p:nvSpPr>
            <p:cNvPr id="1974" name="100"/>
            <p:cNvSpPr txBox="1"/>
            <p:nvPr/>
          </p:nvSpPr>
          <p:spPr>
            <a:xfrm>
              <a:off x="1353866" y="577214"/>
              <a:ext cx="70744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100</a:t>
              </a:r>
            </a:p>
          </p:txBody>
        </p:sp>
        <p:sp>
          <p:nvSpPr>
            <p:cNvPr id="1975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976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977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978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1979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209" y="486673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198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1983" name="end.: a310"/>
            <p:cNvSpPr txBox="1"/>
            <p:nvPr/>
          </p:nvSpPr>
          <p:spPr>
            <a:xfrm>
              <a:off x="41311" y="1315934"/>
              <a:ext cx="102657" cy="4072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endParaRPr dirty="0"/>
            </a:p>
          </p:txBody>
        </p:sp>
        <p:sp>
          <p:nvSpPr>
            <p:cNvPr id="1984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1985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1986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1988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grpSp>
        <p:nvGrpSpPr>
          <p:cNvPr id="2011" name="Group"/>
          <p:cNvGrpSpPr/>
          <p:nvPr/>
        </p:nvGrpSpPr>
        <p:grpSpPr>
          <a:xfrm>
            <a:off x="988803" y="4290625"/>
            <a:ext cx="4265855" cy="1723228"/>
            <a:chOff x="0" y="-1"/>
            <a:chExt cx="4265853" cy="1723226"/>
          </a:xfrm>
        </p:grpSpPr>
        <p:sp>
          <p:nvSpPr>
            <p:cNvPr id="1995" name="5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50</a:t>
              </a:r>
            </a:p>
          </p:txBody>
        </p:sp>
        <p:sp>
          <p:nvSpPr>
            <p:cNvPr id="1996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1997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1998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1999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2000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292" y="465467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2002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2004" name="end.: e070"/>
            <p:cNvSpPr txBox="1"/>
            <p:nvPr/>
          </p:nvSpPr>
          <p:spPr>
            <a:xfrm>
              <a:off x="41311" y="1315934"/>
              <a:ext cx="102657" cy="4072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endParaRPr dirty="0"/>
            </a:p>
          </p:txBody>
        </p:sp>
        <p:sp>
          <p:nvSpPr>
            <p:cNvPr id="2006" name="1"/>
            <p:cNvSpPr txBox="1"/>
            <p:nvPr/>
          </p:nvSpPr>
          <p:spPr>
            <a:xfrm>
              <a:off x="3394323" y="593741"/>
              <a:ext cx="102657" cy="490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endParaRPr dirty="0"/>
            </a:p>
          </p:txBody>
        </p:sp>
        <p:pic>
          <p:nvPicPr>
            <p:cNvPr id="2007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7399" y="459724"/>
              <a:ext cx="1200700" cy="736196"/>
            </a:xfrm>
            <a:prstGeom prst="rect">
              <a:avLst/>
            </a:prstGeom>
            <a:effectLst/>
          </p:spPr>
        </p:pic>
        <p:pic>
          <p:nvPicPr>
            <p:cNvPr id="2009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8847" y="448519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2012" name="E070"/>
          <p:cNvSpPr txBox="1"/>
          <p:nvPr/>
        </p:nvSpPr>
        <p:spPr>
          <a:xfrm>
            <a:off x="1169438" y="3087838"/>
            <a:ext cx="102657" cy="49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2018" name="2"/>
          <p:cNvSpPr txBox="1"/>
          <p:nvPr/>
        </p:nvSpPr>
        <p:spPr>
          <a:xfrm>
            <a:off x="4392445" y="3072969"/>
            <a:ext cx="102657" cy="49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endParaRPr dirty="0"/>
          </a:p>
        </p:txBody>
      </p:sp>
      <p:grpSp>
        <p:nvGrpSpPr>
          <p:cNvPr id="2036" name="Group"/>
          <p:cNvGrpSpPr/>
          <p:nvPr/>
        </p:nvGrpSpPr>
        <p:grpSpPr>
          <a:xfrm>
            <a:off x="988803" y="6185655"/>
            <a:ext cx="4237787" cy="1723228"/>
            <a:chOff x="0" y="-1"/>
            <a:chExt cx="4237785" cy="1723226"/>
          </a:xfrm>
        </p:grpSpPr>
        <p:sp>
          <p:nvSpPr>
            <p:cNvPr id="2019" name="None"/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2020" name="20"/>
            <p:cNvSpPr txBox="1"/>
            <p:nvPr/>
          </p:nvSpPr>
          <p:spPr>
            <a:xfrm>
              <a:off x="1353866" y="577214"/>
              <a:ext cx="50972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</a:t>
              </a:r>
            </a:p>
          </p:txBody>
        </p:sp>
        <p:sp>
          <p:nvSpPr>
            <p:cNvPr id="2021" name="esquerda"/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2022" name="valor"/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2023" name="direita"/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2024" name="Altura"/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2025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202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4084" y="448940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2029" name="end.: fa55"/>
            <p:cNvSpPr txBox="1"/>
            <p:nvPr/>
          </p:nvSpPr>
          <p:spPr>
            <a:xfrm>
              <a:off x="41311" y="1315934"/>
              <a:ext cx="102657" cy="4072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endParaRPr dirty="0"/>
            </a:p>
          </p:txBody>
        </p:sp>
        <p:sp>
          <p:nvSpPr>
            <p:cNvPr id="2030" name="None"/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2031" name="1"/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2032" name="Rectangle Rectangle" descr="Rectangle Rectangl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2034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2037" name="Fa55"/>
          <p:cNvSpPr txBox="1"/>
          <p:nvPr/>
        </p:nvSpPr>
        <p:spPr>
          <a:xfrm>
            <a:off x="1084500" y="4867842"/>
            <a:ext cx="1102513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rPr dirty="0"/>
              <a:t> Fa55 </a:t>
            </a:r>
          </a:p>
        </p:txBody>
      </p:sp>
      <p:sp>
        <p:nvSpPr>
          <p:cNvPr id="2043" name="3"/>
          <p:cNvSpPr txBox="1"/>
          <p:nvPr/>
        </p:nvSpPr>
        <p:spPr>
          <a:xfrm>
            <a:off x="4392445" y="3072969"/>
            <a:ext cx="102657" cy="49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2073" name="A310"/>
          <p:cNvSpPr txBox="1"/>
          <p:nvPr/>
        </p:nvSpPr>
        <p:spPr>
          <a:xfrm>
            <a:off x="3128979" y="4867842"/>
            <a:ext cx="1135584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lvl1pPr>
          </a:lstStyle>
          <a:p>
            <a:r>
              <a:rPr dirty="0"/>
              <a:t> A310 </a:t>
            </a:r>
          </a:p>
        </p:txBody>
      </p:sp>
      <p:sp>
        <p:nvSpPr>
          <p:cNvPr id="2085" name="None"/>
          <p:cNvSpPr txBox="1"/>
          <p:nvPr/>
        </p:nvSpPr>
        <p:spPr>
          <a:xfrm>
            <a:off x="1134169" y="3079725"/>
            <a:ext cx="1061188" cy="49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solidFill>
                  <a:schemeClr val="accent6">
                    <a:satOff val="-20754"/>
                    <a:lumOff val="-16738"/>
                  </a:schemeClr>
                </a:solidFill>
              </a:defRPr>
            </a:pPr>
            <a:r>
              <a:rPr dirty="0"/>
              <a:t> </a:t>
            </a:r>
            <a:r>
              <a:rPr lang="pt-BR" sz="2800" dirty="0"/>
              <a:t>B6F0</a:t>
            </a:r>
          </a:p>
        </p:txBody>
      </p:sp>
      <p:sp>
        <p:nvSpPr>
          <p:cNvPr id="2090" name="1"/>
          <p:cNvSpPr txBox="1"/>
          <p:nvPr/>
        </p:nvSpPr>
        <p:spPr>
          <a:xfrm>
            <a:off x="4392445" y="3169149"/>
            <a:ext cx="102657" cy="49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2094" name="2"/>
          <p:cNvSpPr txBox="1"/>
          <p:nvPr/>
        </p:nvSpPr>
        <p:spPr>
          <a:xfrm flipH="1">
            <a:off x="4459951" y="4900895"/>
            <a:ext cx="429490" cy="49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800">
                <a:solidFill>
                  <a:schemeClr val="accent4">
                    <a:hueOff val="-1247790"/>
                    <a:lumOff val="-12326"/>
                  </a:schemeClr>
                </a:solidFill>
              </a:defRPr>
            </a:lvl1pPr>
          </a:lstStyle>
          <a:p>
            <a:r>
              <a:rPr dirty="0"/>
              <a:t>2</a:t>
            </a:r>
          </a:p>
        </p:txBody>
      </p:sp>
      <p:grpSp>
        <p:nvGrpSpPr>
          <p:cNvPr id="2116" name="Group"/>
          <p:cNvGrpSpPr/>
          <p:nvPr/>
        </p:nvGrpSpPr>
        <p:grpSpPr>
          <a:xfrm>
            <a:off x="1230129" y="9771412"/>
            <a:ext cx="3023217" cy="2745006"/>
            <a:chOff x="0" y="0"/>
            <a:chExt cx="3023215" cy="2745004"/>
          </a:xfrm>
        </p:grpSpPr>
        <p:sp>
          <p:nvSpPr>
            <p:cNvPr id="2104" name="50"/>
            <p:cNvSpPr txBox="1"/>
            <p:nvPr/>
          </p:nvSpPr>
          <p:spPr>
            <a:xfrm>
              <a:off x="1230517" y="234969"/>
              <a:ext cx="537973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rPr dirty="0"/>
                <a:t>50</a:t>
              </a:r>
            </a:p>
          </p:txBody>
        </p:sp>
        <p:sp>
          <p:nvSpPr>
            <p:cNvPr id="2105" name="Circle"/>
            <p:cNvSpPr/>
            <p:nvPr/>
          </p:nvSpPr>
          <p:spPr>
            <a:xfrm>
              <a:off x="1016000" y="0"/>
              <a:ext cx="967005" cy="967005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2106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3771734">
              <a:off x="1545608" y="1267650"/>
              <a:ext cx="1208157" cy="76201"/>
            </a:xfrm>
            <a:prstGeom prst="rect">
              <a:avLst/>
            </a:prstGeom>
            <a:effectLst/>
          </p:spPr>
        </p:pic>
        <p:grpSp>
          <p:nvGrpSpPr>
            <p:cNvPr id="2112" name="Group"/>
            <p:cNvGrpSpPr/>
            <p:nvPr/>
          </p:nvGrpSpPr>
          <p:grpSpPr>
            <a:xfrm>
              <a:off x="-1" y="851732"/>
              <a:ext cx="1297792" cy="1893273"/>
              <a:chOff x="0" y="-53881"/>
              <a:chExt cx="1297790" cy="1893272"/>
            </a:xfrm>
          </p:grpSpPr>
          <p:sp>
            <p:nvSpPr>
              <p:cNvPr id="2108" name="20"/>
              <p:cNvSpPr txBox="1"/>
              <p:nvPr/>
            </p:nvSpPr>
            <p:spPr>
              <a:xfrm>
                <a:off x="214517" y="1107355"/>
                <a:ext cx="537973" cy="5481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20</a:t>
                </a:r>
              </a:p>
            </p:txBody>
          </p:sp>
          <p:sp>
            <p:nvSpPr>
              <p:cNvPr id="2109" name="Circle"/>
              <p:cNvSpPr/>
              <p:nvPr/>
            </p:nvSpPr>
            <p:spPr>
              <a:xfrm>
                <a:off x="0" y="872386"/>
                <a:ext cx="967005" cy="967006"/>
              </a:xfrm>
              <a:prstGeom prst="ellips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2110" name="Line Line" descr="Line Line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8100000">
                <a:off x="169412" y="391189"/>
                <a:ext cx="1290415" cy="76201"/>
              </a:xfrm>
              <a:prstGeom prst="rect">
                <a:avLst/>
              </a:prstGeom>
              <a:effectLst/>
            </p:spPr>
          </p:pic>
        </p:grpSp>
        <p:grpSp>
          <p:nvGrpSpPr>
            <p:cNvPr id="2115" name="Group"/>
            <p:cNvGrpSpPr/>
            <p:nvPr/>
          </p:nvGrpSpPr>
          <p:grpSpPr>
            <a:xfrm>
              <a:off x="2056210" y="1718557"/>
              <a:ext cx="967006" cy="967006"/>
              <a:chOff x="0" y="0"/>
              <a:chExt cx="967004" cy="967004"/>
            </a:xfrm>
          </p:grpSpPr>
          <p:sp>
            <p:nvSpPr>
              <p:cNvPr id="2113" name="100"/>
              <p:cNvSpPr txBox="1"/>
              <p:nvPr/>
            </p:nvSpPr>
            <p:spPr>
              <a:xfrm>
                <a:off x="125617" y="209568"/>
                <a:ext cx="749809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100</a:t>
                </a:r>
              </a:p>
            </p:txBody>
          </p:sp>
          <p:sp>
            <p:nvSpPr>
              <p:cNvPr id="2114" name="Circle"/>
              <p:cNvSpPr/>
              <p:nvPr/>
            </p:nvSpPr>
            <p:spPr>
              <a:xfrm>
                <a:off x="0" y="0"/>
                <a:ext cx="967005" cy="967005"/>
              </a:xfrm>
              <a:prstGeom prst="ellips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def adicionar_no(self, valor):…">
            <a:extLst>
              <a:ext uri="{FF2B5EF4-FFF2-40B4-BE49-F238E27FC236}">
                <a16:creationId xmlns:a16="http://schemas.microsoft.com/office/drawing/2014/main" id="{93951DAD-A168-327E-F5F7-0440F54880E2}"/>
              </a:ext>
            </a:extLst>
          </p:cNvPr>
          <p:cNvSpPr txBox="1"/>
          <p:nvPr/>
        </p:nvSpPr>
        <p:spPr>
          <a:xfrm>
            <a:off x="10573315" y="6013853"/>
            <a:ext cx="10509673" cy="271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0627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33B3"/>
                </a:solidFill>
              </a:rPr>
              <a:t>def </a:t>
            </a:r>
            <a:r>
              <a:rPr dirty="0" err="1"/>
              <a:t>adicionar_no</a:t>
            </a:r>
            <a:r>
              <a:rPr dirty="0">
                <a:solidFill>
                  <a:srgbClr val="080808"/>
                </a:solidFill>
              </a:rPr>
              <a:t>(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>
                <a:solidFill>
                  <a:srgbClr val="080808"/>
                </a:solidFill>
              </a:rPr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0033B3"/>
                </a:solidFill>
              </a:rPr>
              <a:t>if 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/>
              <a:t>.vazia</a:t>
            </a:r>
            <a:r>
              <a:rPr dirty="0"/>
              <a:t>():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80808"/>
                </a:solidFill>
              </a:rPr>
              <a:t>        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>
                <a:solidFill>
                  <a:srgbClr val="080808"/>
                </a:solidFill>
              </a:rPr>
              <a:t>.raiz</a:t>
            </a:r>
            <a:r>
              <a:rPr dirty="0">
                <a:solidFill>
                  <a:srgbClr val="080808"/>
                </a:solidFill>
              </a:rPr>
              <a:t> = </a:t>
            </a:r>
            <a:r>
              <a:rPr i="1" dirty="0">
                <a:solidFill>
                  <a:srgbClr val="000000"/>
                </a:solidFill>
              </a:rPr>
              <a:t>No(valor)</a:t>
            </a:r>
            <a:endParaRPr i="1" dirty="0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 dirty="0"/>
              <a:t>    </a:t>
            </a:r>
            <a:r>
              <a:rPr dirty="0">
                <a:solidFill>
                  <a:srgbClr val="0033B3"/>
                </a:solidFill>
              </a:rPr>
              <a:t>else</a:t>
            </a:r>
            <a:r>
              <a:rPr dirty="0">
                <a:solidFill>
                  <a:srgbClr val="080808"/>
                </a:solidFill>
              </a:rPr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77D1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80808"/>
                </a:solidFill>
              </a:rPr>
              <a:t>        </a:t>
            </a:r>
            <a:r>
              <a:rPr dirty="0">
                <a:solidFill>
                  <a:srgbClr val="011480"/>
                </a:solidFill>
              </a:rPr>
              <a:t>print</a:t>
            </a:r>
            <a:r>
              <a:rPr dirty="0">
                <a:solidFill>
                  <a:srgbClr val="080808"/>
                </a:solidFill>
              </a:rPr>
              <a:t>(</a:t>
            </a:r>
            <a:r>
              <a:rPr dirty="0"/>
              <a:t>f"----- </a:t>
            </a:r>
            <a:r>
              <a:rPr dirty="0" err="1"/>
              <a:t>Adicionando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Folha: </a:t>
            </a:r>
            <a:r>
              <a:rPr dirty="0">
                <a:solidFill>
                  <a:srgbClr val="0137A6"/>
                </a:solidFill>
              </a:rPr>
              <a:t>{</a:t>
            </a:r>
            <a:r>
              <a:rPr dirty="0">
                <a:solidFill>
                  <a:srgbClr val="080808"/>
                </a:solidFill>
              </a:rPr>
              <a:t>valor</a:t>
            </a:r>
            <a:r>
              <a:rPr dirty="0">
                <a:solidFill>
                  <a:srgbClr val="0137A6"/>
                </a:solidFill>
              </a:rPr>
              <a:t>}</a:t>
            </a:r>
            <a:r>
              <a:rPr dirty="0"/>
              <a:t> ------"</a:t>
            </a:r>
            <a:r>
              <a:rPr dirty="0">
                <a:solidFill>
                  <a:srgbClr val="080808"/>
                </a:solidFill>
              </a:rPr>
              <a:t>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/>
              <a:t>.raiz</a:t>
            </a:r>
            <a:r>
              <a:rPr dirty="0"/>
              <a:t> = 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._</a:t>
            </a:r>
            <a:r>
              <a:rPr dirty="0" err="1"/>
              <a:t>adicionar_no_folha</a:t>
            </a:r>
            <a:r>
              <a:rPr dirty="0"/>
              <a:t>(</a:t>
            </a:r>
            <a:r>
              <a:rPr dirty="0" err="1">
                <a:solidFill>
                  <a:srgbClr val="94558D"/>
                </a:solidFill>
              </a:rPr>
              <a:t>self</a:t>
            </a:r>
            <a:r>
              <a:rPr dirty="0" err="1"/>
              <a:t>.raiz</a:t>
            </a:r>
            <a:r>
              <a:rPr dirty="0"/>
              <a:t>, valor)</a:t>
            </a:r>
          </a:p>
        </p:txBody>
      </p:sp>
      <p:sp>
        <p:nvSpPr>
          <p:cNvPr id="3" name="def _adicionar_no_folha(self, no_atual, valor):…">
            <a:extLst>
              <a:ext uri="{FF2B5EF4-FFF2-40B4-BE49-F238E27FC236}">
                <a16:creationId xmlns:a16="http://schemas.microsoft.com/office/drawing/2014/main" id="{098D605A-11D4-08E2-39AD-BB208EFCBC67}"/>
              </a:ext>
            </a:extLst>
          </p:cNvPr>
          <p:cNvSpPr txBox="1"/>
          <p:nvPr/>
        </p:nvSpPr>
        <p:spPr>
          <a:xfrm>
            <a:off x="10573315" y="9394587"/>
            <a:ext cx="13356220" cy="324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033B3"/>
                </a:solidFill>
              </a:rPr>
              <a:t>def </a:t>
            </a:r>
            <a:r>
              <a:rPr dirty="0">
                <a:solidFill>
                  <a:srgbClr val="00627A"/>
                </a:solidFill>
              </a:rPr>
              <a:t>_</a:t>
            </a:r>
            <a:r>
              <a:rPr dirty="0" err="1">
                <a:solidFill>
                  <a:srgbClr val="00627A"/>
                </a:solidFill>
              </a:rPr>
              <a:t>adicionar_no_folha</a:t>
            </a:r>
            <a:r>
              <a:rPr dirty="0"/>
              <a:t>(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, </a:t>
            </a:r>
            <a:r>
              <a:rPr dirty="0" err="1"/>
              <a:t>no_atual</a:t>
            </a:r>
            <a:r>
              <a:rPr dirty="0"/>
              <a:t>, valor):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</a:t>
            </a:r>
            <a:r>
              <a:rPr dirty="0">
                <a:solidFill>
                  <a:srgbClr val="0033B3"/>
                </a:solidFill>
              </a:rPr>
              <a:t>if not </a:t>
            </a:r>
            <a:r>
              <a:rPr dirty="0" err="1"/>
              <a:t>no_atual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8C8C8C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80808"/>
                </a:solidFill>
              </a:rPr>
              <a:t>      </a:t>
            </a:r>
            <a:r>
              <a:rPr dirty="0">
                <a:solidFill>
                  <a:srgbClr val="0033B3"/>
                </a:solidFill>
              </a:rPr>
              <a:t>return </a:t>
            </a:r>
            <a:r>
              <a:rPr dirty="0">
                <a:solidFill>
                  <a:srgbClr val="000000"/>
                </a:solidFill>
              </a:rPr>
              <a:t>No(valor)</a:t>
            </a:r>
            <a:endParaRPr i="1" dirty="0"/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i="1" dirty="0">
                <a:solidFill>
                  <a:srgbClr val="8C8C8C"/>
                </a:solidFill>
              </a:rPr>
              <a:t>    </a:t>
            </a:r>
            <a:r>
              <a:rPr dirty="0" err="1">
                <a:solidFill>
                  <a:srgbClr val="0033B3"/>
                </a:solidFill>
              </a:rPr>
              <a:t>elif</a:t>
            </a:r>
            <a:r>
              <a:rPr dirty="0">
                <a:solidFill>
                  <a:srgbClr val="0033B3"/>
                </a:solidFill>
              </a:rPr>
              <a:t> </a:t>
            </a:r>
            <a:r>
              <a:rPr dirty="0"/>
              <a:t>valor &lt; </a:t>
            </a:r>
            <a:r>
              <a:rPr dirty="0" err="1"/>
              <a:t>no_atual.valor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/>
              <a:t>no_atual.esquerda</a:t>
            </a:r>
            <a:r>
              <a:rPr dirty="0"/>
              <a:t> = 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._</a:t>
            </a:r>
            <a:r>
              <a:rPr dirty="0" err="1"/>
              <a:t>adicionar_no_folha</a:t>
            </a:r>
            <a:r>
              <a:rPr dirty="0"/>
              <a:t>(</a:t>
            </a:r>
            <a:r>
              <a:rPr dirty="0" err="1"/>
              <a:t>no_atual.esquerda</a:t>
            </a:r>
            <a:r>
              <a:rPr dirty="0"/>
              <a:t>, valor)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0033B3"/>
                </a:solidFill>
              </a:rPr>
              <a:t>else</a:t>
            </a:r>
            <a:r>
              <a:rPr dirty="0"/>
              <a:t>: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defRPr sz="2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 err="1"/>
              <a:t>no_atual.direita</a:t>
            </a:r>
            <a:r>
              <a:rPr dirty="0"/>
              <a:t> = </a:t>
            </a:r>
            <a:r>
              <a:rPr dirty="0">
                <a:solidFill>
                  <a:srgbClr val="94558D"/>
                </a:solidFill>
              </a:rPr>
              <a:t>self</a:t>
            </a:r>
            <a:r>
              <a:rPr dirty="0"/>
              <a:t>._</a:t>
            </a:r>
            <a:r>
              <a:rPr dirty="0" err="1"/>
              <a:t>adicionar_no_folha</a:t>
            </a:r>
            <a:r>
              <a:rPr dirty="0"/>
              <a:t>(</a:t>
            </a:r>
            <a:r>
              <a:rPr dirty="0" err="1"/>
              <a:t>no_atual.direita</a:t>
            </a:r>
            <a:r>
              <a:rPr dirty="0"/>
              <a:t>, valor)</a:t>
            </a:r>
          </a:p>
        </p:txBody>
      </p:sp>
      <p:grpSp>
        <p:nvGrpSpPr>
          <p:cNvPr id="63" name="Group">
            <a:extLst>
              <a:ext uri="{FF2B5EF4-FFF2-40B4-BE49-F238E27FC236}">
                <a16:creationId xmlns:a16="http://schemas.microsoft.com/office/drawing/2014/main" id="{4ECBBCB5-8629-4EAB-B276-C12FA264C276}"/>
              </a:ext>
            </a:extLst>
          </p:cNvPr>
          <p:cNvGrpSpPr/>
          <p:nvPr/>
        </p:nvGrpSpPr>
        <p:grpSpPr>
          <a:xfrm>
            <a:off x="1016871" y="8321748"/>
            <a:ext cx="4237787" cy="1723228"/>
            <a:chOff x="0" y="-1"/>
            <a:chExt cx="4237785" cy="1723226"/>
          </a:xfrm>
        </p:grpSpPr>
        <p:sp>
          <p:nvSpPr>
            <p:cNvPr id="64" name="None">
              <a:extLst>
                <a:ext uri="{FF2B5EF4-FFF2-40B4-BE49-F238E27FC236}">
                  <a16:creationId xmlns:a16="http://schemas.microsoft.com/office/drawing/2014/main" id="{E0735093-1F1A-4F66-A3C6-6EA644A30D86}"/>
                </a:ext>
              </a:extLst>
            </p:cNvPr>
            <p:cNvSpPr txBox="1"/>
            <p:nvPr/>
          </p:nvSpPr>
          <p:spPr>
            <a:xfrm>
              <a:off x="190500" y="542818"/>
              <a:ext cx="96382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65" name="20">
              <a:extLst>
                <a:ext uri="{FF2B5EF4-FFF2-40B4-BE49-F238E27FC236}">
                  <a16:creationId xmlns:a16="http://schemas.microsoft.com/office/drawing/2014/main" id="{F082B54D-87B6-4AAB-B8B8-D1291A84AC66}"/>
                </a:ext>
              </a:extLst>
            </p:cNvPr>
            <p:cNvSpPr txBox="1"/>
            <p:nvPr/>
          </p:nvSpPr>
          <p:spPr>
            <a:xfrm>
              <a:off x="1353866" y="593741"/>
              <a:ext cx="503343" cy="490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rPr lang="pt-BR" dirty="0"/>
                <a:t>8</a:t>
              </a:r>
              <a:r>
                <a:rPr dirty="0"/>
                <a:t>0</a:t>
              </a:r>
            </a:p>
          </p:txBody>
        </p:sp>
        <p:sp>
          <p:nvSpPr>
            <p:cNvPr id="66" name="esquerda">
              <a:extLst>
                <a:ext uri="{FF2B5EF4-FFF2-40B4-BE49-F238E27FC236}">
                  <a16:creationId xmlns:a16="http://schemas.microsoft.com/office/drawing/2014/main" id="{CF0610EE-38C8-4B05-A2AA-0908E0F7D461}"/>
                </a:ext>
              </a:extLst>
            </p:cNvPr>
            <p:cNvSpPr txBox="1"/>
            <p:nvPr/>
          </p:nvSpPr>
          <p:spPr>
            <a:xfrm>
              <a:off x="0" y="9294"/>
              <a:ext cx="135623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esquerda</a:t>
              </a:r>
            </a:p>
          </p:txBody>
        </p:sp>
        <p:sp>
          <p:nvSpPr>
            <p:cNvPr id="67" name="valor">
              <a:extLst>
                <a:ext uri="{FF2B5EF4-FFF2-40B4-BE49-F238E27FC236}">
                  <a16:creationId xmlns:a16="http://schemas.microsoft.com/office/drawing/2014/main" id="{DF6E8F11-1A7A-41AF-9BA3-667B689CDAAB}"/>
                </a:ext>
              </a:extLst>
            </p:cNvPr>
            <p:cNvSpPr txBox="1"/>
            <p:nvPr/>
          </p:nvSpPr>
          <p:spPr>
            <a:xfrm>
              <a:off x="1407292" y="-1"/>
              <a:ext cx="77145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valor</a:t>
              </a:r>
            </a:p>
          </p:txBody>
        </p:sp>
        <p:sp>
          <p:nvSpPr>
            <p:cNvPr id="68" name="direita">
              <a:extLst>
                <a:ext uri="{FF2B5EF4-FFF2-40B4-BE49-F238E27FC236}">
                  <a16:creationId xmlns:a16="http://schemas.microsoft.com/office/drawing/2014/main" id="{D6623BC9-2BEF-40FA-8922-EF11E132F8E1}"/>
                </a:ext>
              </a:extLst>
            </p:cNvPr>
            <p:cNvSpPr txBox="1"/>
            <p:nvPr/>
          </p:nvSpPr>
          <p:spPr>
            <a:xfrm>
              <a:off x="2318725" y="9294"/>
              <a:ext cx="95194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direita</a:t>
              </a:r>
            </a:p>
          </p:txBody>
        </p:sp>
        <p:sp>
          <p:nvSpPr>
            <p:cNvPr id="69" name="Altura">
              <a:extLst>
                <a:ext uri="{FF2B5EF4-FFF2-40B4-BE49-F238E27FC236}">
                  <a16:creationId xmlns:a16="http://schemas.microsoft.com/office/drawing/2014/main" id="{6E0842B8-765F-4680-B5BE-D7F4963F406B}"/>
                </a:ext>
              </a:extLst>
            </p:cNvPr>
            <p:cNvSpPr txBox="1"/>
            <p:nvPr/>
          </p:nvSpPr>
          <p:spPr>
            <a:xfrm>
              <a:off x="3326915" y="-1"/>
              <a:ext cx="910870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 b="1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r>
                <a:t>Altura</a:t>
              </a:r>
            </a:p>
          </p:txBody>
        </p:sp>
        <p:pic>
          <p:nvPicPr>
            <p:cNvPr id="70" name="Rectangle Rectangle" descr="Rectangle Rectangle">
              <a:extLst>
                <a:ext uri="{FF2B5EF4-FFF2-40B4-BE49-F238E27FC236}">
                  <a16:creationId xmlns:a16="http://schemas.microsoft.com/office/drawing/2014/main" id="{9D0B7304-2B73-468F-BF82-C3FEDE80AF4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87" y="448940"/>
              <a:ext cx="1200699" cy="779992"/>
            </a:xfrm>
            <a:prstGeom prst="rect">
              <a:avLst/>
            </a:prstGeom>
            <a:effectLst/>
          </p:spPr>
        </p:pic>
        <p:pic>
          <p:nvPicPr>
            <p:cNvPr id="71" name="Rectangle Rectangle" descr="Rectangle Rectangle">
              <a:extLst>
                <a:ext uri="{FF2B5EF4-FFF2-40B4-BE49-F238E27FC236}">
                  <a16:creationId xmlns:a16="http://schemas.microsoft.com/office/drawing/2014/main" id="{AD87893E-B31B-4376-B4C1-BD78C89E9C7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7506" y="433011"/>
              <a:ext cx="967005" cy="779992"/>
            </a:xfrm>
            <a:prstGeom prst="rect">
              <a:avLst/>
            </a:prstGeom>
            <a:effectLst/>
          </p:spPr>
        </p:pic>
        <p:sp>
          <p:nvSpPr>
            <p:cNvPr id="72" name="end.: fa55">
              <a:extLst>
                <a:ext uri="{FF2B5EF4-FFF2-40B4-BE49-F238E27FC236}">
                  <a16:creationId xmlns:a16="http://schemas.microsoft.com/office/drawing/2014/main" id="{9BA7C670-A181-45BA-B5B7-34D134B8F9AA}"/>
                </a:ext>
              </a:extLst>
            </p:cNvPr>
            <p:cNvSpPr txBox="1"/>
            <p:nvPr/>
          </p:nvSpPr>
          <p:spPr>
            <a:xfrm>
              <a:off x="41311" y="1315934"/>
              <a:ext cx="102657" cy="4072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200">
                  <a:solidFill>
                    <a:schemeClr val="accent6">
                      <a:satOff val="-20754"/>
                      <a:lumOff val="-16738"/>
                    </a:schemeClr>
                  </a:solidFill>
                </a:defRPr>
              </a:lvl1pPr>
            </a:lstStyle>
            <a:p>
              <a:endParaRPr dirty="0"/>
            </a:p>
          </p:txBody>
        </p:sp>
        <p:sp>
          <p:nvSpPr>
            <p:cNvPr id="73" name="None">
              <a:extLst>
                <a:ext uri="{FF2B5EF4-FFF2-40B4-BE49-F238E27FC236}">
                  <a16:creationId xmlns:a16="http://schemas.microsoft.com/office/drawing/2014/main" id="{F354D9EE-B1B1-4A90-AFF6-0AB293C892FC}"/>
                </a:ext>
              </a:extLst>
            </p:cNvPr>
            <p:cNvSpPr txBox="1"/>
            <p:nvPr/>
          </p:nvSpPr>
          <p:spPr>
            <a:xfrm>
              <a:off x="2256357" y="542818"/>
              <a:ext cx="963830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None</a:t>
              </a:r>
            </a:p>
          </p:txBody>
        </p:sp>
        <p:sp>
          <p:nvSpPr>
            <p:cNvPr id="74" name="1">
              <a:extLst>
                <a:ext uri="{FF2B5EF4-FFF2-40B4-BE49-F238E27FC236}">
                  <a16:creationId xmlns:a16="http://schemas.microsoft.com/office/drawing/2014/main" id="{25115FA9-FF07-4B84-82A3-2AD647463CAC}"/>
                </a:ext>
              </a:extLst>
            </p:cNvPr>
            <p:cNvSpPr txBox="1"/>
            <p:nvPr/>
          </p:nvSpPr>
          <p:spPr>
            <a:xfrm>
              <a:off x="3394323" y="577214"/>
              <a:ext cx="31201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</a:t>
              </a:r>
            </a:p>
          </p:txBody>
        </p:sp>
        <p:pic>
          <p:nvPicPr>
            <p:cNvPr id="75" name="Rectangle Rectangle" descr="Rectangle Rectangle">
              <a:extLst>
                <a:ext uri="{FF2B5EF4-FFF2-40B4-BE49-F238E27FC236}">
                  <a16:creationId xmlns:a16="http://schemas.microsoft.com/office/drawing/2014/main" id="{F63C3C54-C650-45BA-98C3-1344D6A8A848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844" y="448940"/>
              <a:ext cx="1200700" cy="779992"/>
            </a:xfrm>
            <a:prstGeom prst="rect">
              <a:avLst/>
            </a:prstGeom>
            <a:effectLst/>
          </p:spPr>
        </p:pic>
        <p:pic>
          <p:nvPicPr>
            <p:cNvPr id="76" name="Rectangle Rectangle" descr="Rectangle Rectangle">
              <a:extLst>
                <a:ext uri="{FF2B5EF4-FFF2-40B4-BE49-F238E27FC236}">
                  <a16:creationId xmlns:a16="http://schemas.microsoft.com/office/drawing/2014/main" id="{26CF4D83-3653-4199-97A9-249B38F8C24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541" y="448940"/>
              <a:ext cx="967006" cy="779992"/>
            </a:xfrm>
            <a:prstGeom prst="rect">
              <a:avLst/>
            </a:prstGeom>
            <a:effectLst/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C41EFD-3645-4BE8-9E8A-24F1A172BD56}"/>
              </a:ext>
            </a:extLst>
          </p:cNvPr>
          <p:cNvSpPr txBox="1"/>
          <p:nvPr/>
        </p:nvSpPr>
        <p:spPr>
          <a:xfrm>
            <a:off x="367160" y="11818202"/>
            <a:ext cx="846768" cy="9012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Fa55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15CCE6-2D72-41C0-B14E-D5E81D6F8EBB}"/>
              </a:ext>
            </a:extLst>
          </p:cNvPr>
          <p:cNvSpPr/>
          <p:nvPr/>
        </p:nvSpPr>
        <p:spPr>
          <a:xfrm>
            <a:off x="4236373" y="12137855"/>
            <a:ext cx="612668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+mj-lt"/>
              </a:rPr>
              <a:t>A310</a:t>
            </a:r>
          </a:p>
        </p:txBody>
      </p:sp>
    </p:spTree>
    <p:extLst>
      <p:ext uri="{BB962C8B-B14F-4D97-AF65-F5344CB8AC3E}">
        <p14:creationId xmlns:p14="http://schemas.microsoft.com/office/powerpoint/2010/main" val="236154662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2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2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900" fill="hold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fill="hold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" grpId="0" animBg="1" advAuto="0"/>
      <p:bldP spid="2073" grpId="0" animBg="1" advAuto="0"/>
      <p:bldP spid="2085" grpId="0" animBg="1" advAuto="0"/>
      <p:bldP spid="2090" grpId="0" animBg="1" advAuto="0"/>
      <p:bldP spid="2094" grpId="0" animBg="1" advAuto="0"/>
      <p:bldP spid="2116" grpId="0" animBg="1" advAuto="0"/>
      <p:bldP spid="3" grpId="0" animBg="1" advAuto="0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5115</Words>
  <Application>Microsoft Office PowerPoint</Application>
  <PresentationFormat>Personalizar</PresentationFormat>
  <Paragraphs>1107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Courier</vt:lpstr>
      <vt:lpstr>Helvetica Neue</vt:lpstr>
      <vt:lpstr>Helvetica Neue Medium</vt:lpstr>
      <vt:lpstr>21_BasicWhite</vt:lpstr>
      <vt:lpstr>Árvores AVL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</vt:lpstr>
      <vt:lpstr>AVL Entrada: 100, 50, 20, 80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 AVL</dc:title>
  <cp:lastModifiedBy>DANTON DE CAMPOS RODRIGUES</cp:lastModifiedBy>
  <cp:revision>6</cp:revision>
  <dcterms:modified xsi:type="dcterms:W3CDTF">2025-11-17T23:30:38Z</dcterms:modified>
</cp:coreProperties>
</file>